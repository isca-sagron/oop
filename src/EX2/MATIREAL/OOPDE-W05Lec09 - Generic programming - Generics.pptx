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74" r:id="rId1"/>
  </p:sldMasterIdLst>
  <p:notesMasterIdLst>
    <p:notesMasterId r:id="rId48"/>
  </p:notesMasterIdLst>
  <p:handoutMasterIdLst>
    <p:handoutMasterId r:id="rId49"/>
  </p:handoutMasterIdLst>
  <p:sldIdLst>
    <p:sldId id="256" r:id="rId2"/>
    <p:sldId id="280" r:id="rId3"/>
    <p:sldId id="300" r:id="rId4"/>
    <p:sldId id="360" r:id="rId5"/>
    <p:sldId id="361" r:id="rId6"/>
    <p:sldId id="362" r:id="rId7"/>
    <p:sldId id="320" r:id="rId8"/>
    <p:sldId id="283" r:id="rId9"/>
    <p:sldId id="390" r:id="rId10"/>
    <p:sldId id="456" r:id="rId11"/>
    <p:sldId id="319" r:id="rId12"/>
    <p:sldId id="406" r:id="rId13"/>
    <p:sldId id="455" r:id="rId14"/>
    <p:sldId id="407" r:id="rId15"/>
    <p:sldId id="408" r:id="rId16"/>
    <p:sldId id="323" r:id="rId17"/>
    <p:sldId id="398" r:id="rId18"/>
    <p:sldId id="399" r:id="rId19"/>
    <p:sldId id="404" r:id="rId20"/>
    <p:sldId id="401" r:id="rId21"/>
    <p:sldId id="458" r:id="rId22"/>
    <p:sldId id="429" r:id="rId23"/>
    <p:sldId id="430" r:id="rId24"/>
    <p:sldId id="431" r:id="rId25"/>
    <p:sldId id="432" r:id="rId26"/>
    <p:sldId id="459" r:id="rId27"/>
    <p:sldId id="433" r:id="rId28"/>
    <p:sldId id="457" r:id="rId29"/>
    <p:sldId id="453" r:id="rId30"/>
    <p:sldId id="438" r:id="rId31"/>
    <p:sldId id="454" r:id="rId32"/>
    <p:sldId id="439" r:id="rId33"/>
    <p:sldId id="440" r:id="rId34"/>
    <p:sldId id="452" r:id="rId35"/>
    <p:sldId id="441" r:id="rId36"/>
    <p:sldId id="442" r:id="rId37"/>
    <p:sldId id="443" r:id="rId38"/>
    <p:sldId id="449" r:id="rId39"/>
    <p:sldId id="462" r:id="rId40"/>
    <p:sldId id="444" r:id="rId41"/>
    <p:sldId id="463" r:id="rId42"/>
    <p:sldId id="464" r:id="rId43"/>
    <p:sldId id="445" r:id="rId44"/>
    <p:sldId id="465" r:id="rId45"/>
    <p:sldId id="446" r:id="rId46"/>
    <p:sldId id="448" r:id="rId47"/>
  </p:sldIdLst>
  <p:sldSz cx="9144000" cy="6858000" type="screen4x3"/>
  <p:notesSz cx="9874250" cy="6797675"/>
  <p:embeddedFontLst>
    <p:embeddedFont>
      <p:font typeface="Bookman Old Style" panose="02050604050505020204" pitchFamily="18" charset="0"/>
      <p:regular r:id="rId50"/>
      <p:bold r:id="rId51"/>
      <p:italic r:id="rId52"/>
      <p:boldItalic r:id="rId53"/>
    </p:embeddedFont>
    <p:embeddedFont>
      <p:font typeface="Cascadia Mono" panose="020B0609020000020004" pitchFamily="49" charset="0"/>
      <p:regular r:id="rId54"/>
      <p:bold r:id="rId55"/>
      <p:italic r:id="rId56"/>
      <p:boldItalic r:id="rId57"/>
    </p:embeddedFont>
    <p:embeddedFont>
      <p:font typeface="Consolas" panose="020B0609020204030204" pitchFamily="49" charset="0"/>
      <p:regular r:id="rId58"/>
      <p:bold r:id="rId59"/>
      <p:italic r:id="rId60"/>
      <p:boldItalic r:id="rId61"/>
    </p:embeddedFont>
    <p:embeddedFont>
      <p:font typeface="David" panose="020E0502060401010101" pitchFamily="34" charset="-79"/>
      <p:regular r:id="rId62"/>
      <p:bold r:id="rId63"/>
    </p:embeddedFont>
    <p:embeddedFont>
      <p:font typeface="Gill Sans MT" panose="020B0502020104020203" pitchFamily="34" charset="0"/>
      <p:regular r:id="rId64"/>
      <p:bold r:id="rId65"/>
      <p:italic r:id="rId66"/>
      <p:boldItalic r:id="rId67"/>
    </p:embeddedFont>
    <p:embeddedFont>
      <p:font typeface="Tahoma" panose="020B0604030504040204" pitchFamily="34" charset="0"/>
      <p:regular r:id="rId68"/>
      <p:bold r:id="rId69"/>
    </p:embeddedFont>
    <p:embeddedFont>
      <p:font typeface="Wingdings 3" panose="05040102010807070707" pitchFamily="18" charset="2"/>
      <p:regular r:id="rId7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מקטע ברירת מחדל" id="{E501FDA5-0AE5-4D64-A564-C48335F4AF83}">
          <p14:sldIdLst>
            <p14:sldId id="256"/>
            <p14:sldId id="280"/>
            <p14:sldId id="300"/>
            <p14:sldId id="360"/>
            <p14:sldId id="361"/>
            <p14:sldId id="362"/>
            <p14:sldId id="320"/>
            <p14:sldId id="283"/>
            <p14:sldId id="390"/>
            <p14:sldId id="456"/>
            <p14:sldId id="319"/>
            <p14:sldId id="406"/>
            <p14:sldId id="455"/>
            <p14:sldId id="407"/>
            <p14:sldId id="408"/>
            <p14:sldId id="323"/>
            <p14:sldId id="398"/>
            <p14:sldId id="399"/>
            <p14:sldId id="404"/>
            <p14:sldId id="401"/>
            <p14:sldId id="458"/>
            <p14:sldId id="429"/>
            <p14:sldId id="430"/>
            <p14:sldId id="431"/>
            <p14:sldId id="432"/>
            <p14:sldId id="459"/>
            <p14:sldId id="433"/>
            <p14:sldId id="457"/>
            <p14:sldId id="453"/>
            <p14:sldId id="438"/>
            <p14:sldId id="454"/>
            <p14:sldId id="439"/>
            <p14:sldId id="440"/>
            <p14:sldId id="452"/>
            <p14:sldId id="441"/>
            <p14:sldId id="442"/>
            <p14:sldId id="443"/>
            <p14:sldId id="449"/>
            <p14:sldId id="462"/>
            <p14:sldId id="444"/>
            <p14:sldId id="463"/>
            <p14:sldId id="464"/>
            <p14:sldId id="445"/>
            <p14:sldId id="465"/>
            <p14:sldId id="446"/>
            <p14:sldId id="44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ACF8"/>
    <a:srgbClr val="0096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סגנון ביניים 4 - הדגשה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סגנון ביניים 1 - הדגשה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סגנון ביניים 1 - הדגשה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סגנון ביניים 2 - הדגשה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62" autoAdjust="0"/>
    <p:restoredTop sz="95226" autoAdjust="0"/>
  </p:normalViewPr>
  <p:slideViewPr>
    <p:cSldViewPr>
      <p:cViewPr varScale="1">
        <p:scale>
          <a:sx n="102" d="100"/>
          <a:sy n="102" d="100"/>
        </p:scale>
        <p:origin x="1380" y="96"/>
      </p:cViewPr>
      <p:guideLst>
        <p:guide orient="horz" pos="2160"/>
        <p:guide pos="2880"/>
      </p:guideLst>
    </p:cSldViewPr>
  </p:slideViewPr>
  <p:notesTextViewPr>
    <p:cViewPr>
      <p:scale>
        <a:sx n="1" d="1"/>
        <a:sy n="1" d="1"/>
      </p:scale>
      <p:origin x="0" y="0"/>
    </p:cViewPr>
  </p:notesTextViewPr>
  <p:sorterViewPr>
    <p:cViewPr varScale="1">
      <p:scale>
        <a:sx n="1" d="1"/>
        <a:sy n="1" d="1"/>
      </p:scale>
      <p:origin x="0" y="-211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font" Target="fonts/font19.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2.fntdata"/><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278842" cy="341064"/>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sz="quarter" idx="1"/>
          </p:nvPr>
        </p:nvSpPr>
        <p:spPr>
          <a:xfrm>
            <a:off x="5593123" y="1"/>
            <a:ext cx="4278842" cy="341064"/>
          </a:xfrm>
          <a:prstGeom prst="rect">
            <a:avLst/>
          </a:prstGeom>
        </p:spPr>
        <p:txBody>
          <a:bodyPr vert="horz" lIns="91440" tIns="45720" rIns="91440" bIns="45720" rtlCol="0"/>
          <a:lstStyle>
            <a:lvl1pPr algn="l">
              <a:defRPr sz="1200"/>
            </a:lvl1pPr>
          </a:lstStyle>
          <a:p>
            <a:pPr rtl="1"/>
            <a:fld id="{BA8D2C58-42A2-402F-BDCD-0D925AF2D68E}" type="datetimeFigureOut">
              <a:rPr lang="he-IL" smtClean="0"/>
              <a:t>ב'/אייר/תשפ"ו</a:t>
            </a:fld>
            <a:endParaRPr lang="he-IL"/>
          </a:p>
        </p:txBody>
      </p:sp>
      <p:sp>
        <p:nvSpPr>
          <p:cNvPr id="4" name="Footer Placeholder 3"/>
          <p:cNvSpPr>
            <a:spLocks noGrp="1"/>
          </p:cNvSpPr>
          <p:nvPr>
            <p:ph type="ftr" sz="quarter" idx="2"/>
          </p:nvPr>
        </p:nvSpPr>
        <p:spPr>
          <a:xfrm>
            <a:off x="0" y="6456612"/>
            <a:ext cx="4278842" cy="341063"/>
          </a:xfrm>
          <a:prstGeom prst="rect">
            <a:avLst/>
          </a:prstGeom>
        </p:spPr>
        <p:txBody>
          <a:bodyPr vert="horz" lIns="91440" tIns="45720" rIns="91440" bIns="45720" rtlCol="0" anchor="b"/>
          <a:lstStyle>
            <a:lvl1pPr algn="r">
              <a:defRPr sz="1200"/>
            </a:lvl1pPr>
          </a:lstStyle>
          <a:p>
            <a:endParaRPr lang="he-IL"/>
          </a:p>
        </p:txBody>
      </p:sp>
      <p:sp>
        <p:nvSpPr>
          <p:cNvPr id="5" name="Slide Number Placeholder 4"/>
          <p:cNvSpPr>
            <a:spLocks noGrp="1"/>
          </p:cNvSpPr>
          <p:nvPr>
            <p:ph type="sldNum" sz="quarter" idx="3"/>
          </p:nvPr>
        </p:nvSpPr>
        <p:spPr>
          <a:xfrm>
            <a:off x="5593123" y="6456612"/>
            <a:ext cx="4278842" cy="341063"/>
          </a:xfrm>
          <a:prstGeom prst="rect">
            <a:avLst/>
          </a:prstGeom>
        </p:spPr>
        <p:txBody>
          <a:bodyPr vert="horz" lIns="91440" tIns="45720" rIns="91440" bIns="45720" rtlCol="0" anchor="b"/>
          <a:lstStyle>
            <a:lvl1pPr algn="l">
              <a:defRPr sz="1200"/>
            </a:lvl1pPr>
          </a:lstStyle>
          <a:p>
            <a:pPr rtl="1"/>
            <a:fld id="{5A44D7B4-3238-43CF-9FA2-EF2A1D4B14F9}" type="slidenum">
              <a:rPr lang="he-IL" smtClean="0"/>
              <a:t>‹#›</a:t>
            </a:fld>
            <a:endParaRPr lang="he-IL"/>
          </a:p>
        </p:txBody>
      </p:sp>
    </p:spTree>
    <p:extLst>
      <p:ext uri="{BB962C8B-B14F-4D97-AF65-F5344CB8AC3E}">
        <p14:creationId xmlns:p14="http://schemas.microsoft.com/office/powerpoint/2010/main" val="27465718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0" y="0"/>
            <a:ext cx="4278842" cy="339884"/>
          </a:xfrm>
          <a:prstGeom prst="rect">
            <a:avLst/>
          </a:prstGeom>
        </p:spPr>
        <p:txBody>
          <a:bodyPr vert="horz" lIns="91440" tIns="45720" rIns="91440" bIns="45720" rtlCol="0"/>
          <a:lstStyle>
            <a:lvl1pPr algn="l">
              <a:defRPr sz="1200"/>
            </a:lvl1pPr>
          </a:lstStyle>
          <a:p>
            <a:endParaRPr lang="en-US"/>
          </a:p>
        </p:txBody>
      </p:sp>
      <p:sp>
        <p:nvSpPr>
          <p:cNvPr id="3" name="מציין מיקום של תאריך 2"/>
          <p:cNvSpPr>
            <a:spLocks noGrp="1"/>
          </p:cNvSpPr>
          <p:nvPr>
            <p:ph type="dt" idx="1"/>
          </p:nvPr>
        </p:nvSpPr>
        <p:spPr>
          <a:xfrm>
            <a:off x="5593123" y="0"/>
            <a:ext cx="4278842" cy="339884"/>
          </a:xfrm>
          <a:prstGeom prst="rect">
            <a:avLst/>
          </a:prstGeom>
        </p:spPr>
        <p:txBody>
          <a:bodyPr vert="horz" lIns="91440" tIns="45720" rIns="91440" bIns="45720" rtlCol="0"/>
          <a:lstStyle>
            <a:lvl1pPr algn="r">
              <a:defRPr sz="1200"/>
            </a:lvl1pPr>
          </a:lstStyle>
          <a:p>
            <a:pPr rtl="1"/>
            <a:fld id="{02745EC6-2FF1-4F70-90CF-9B50D340DB85}" type="datetimeFigureOut">
              <a:rPr lang="en-US" smtClean="0"/>
              <a:t>4/19/2026</a:t>
            </a:fld>
            <a:endParaRPr lang="he-IL"/>
          </a:p>
        </p:txBody>
      </p:sp>
      <p:sp>
        <p:nvSpPr>
          <p:cNvPr id="4" name="מציין מיקום של תמונת שקופית 3"/>
          <p:cNvSpPr>
            <a:spLocks noGrp="1" noRot="1" noChangeAspect="1"/>
          </p:cNvSpPr>
          <p:nvPr>
            <p:ph type="sldImg" idx="2"/>
          </p:nvPr>
        </p:nvSpPr>
        <p:spPr>
          <a:xfrm>
            <a:off x="3236913" y="509588"/>
            <a:ext cx="3400425" cy="2549525"/>
          </a:xfrm>
          <a:prstGeom prst="rect">
            <a:avLst/>
          </a:prstGeom>
          <a:noFill/>
          <a:ln w="12700">
            <a:solidFill>
              <a:prstClr val="black"/>
            </a:solidFill>
          </a:ln>
        </p:spPr>
        <p:txBody>
          <a:bodyPr vert="horz" lIns="91440" tIns="45720" rIns="91440" bIns="45720" rtlCol="0" anchor="ctr"/>
          <a:lstStyle/>
          <a:p>
            <a:endParaRPr lang="en-US"/>
          </a:p>
        </p:txBody>
      </p:sp>
      <p:sp>
        <p:nvSpPr>
          <p:cNvPr id="5" name="מציין מיקום של הערות 4"/>
          <p:cNvSpPr>
            <a:spLocks noGrp="1"/>
          </p:cNvSpPr>
          <p:nvPr>
            <p:ph type="body" sz="quarter" idx="3"/>
          </p:nvPr>
        </p:nvSpPr>
        <p:spPr>
          <a:xfrm>
            <a:off x="987425" y="3228896"/>
            <a:ext cx="7899400" cy="3058954"/>
          </a:xfrm>
          <a:prstGeom prst="rect">
            <a:avLst/>
          </a:prstGeom>
        </p:spPr>
        <p:txBody>
          <a:bodyPr vert="horz" lIns="91440" tIns="45720" rIns="91440" bIns="45720" rtlCol="0"/>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6" name="מציין מיקום של כותרת תחתונה 5"/>
          <p:cNvSpPr>
            <a:spLocks noGrp="1"/>
          </p:cNvSpPr>
          <p:nvPr>
            <p:ph type="ftr" sz="quarter" idx="4"/>
          </p:nvPr>
        </p:nvSpPr>
        <p:spPr>
          <a:xfrm>
            <a:off x="0" y="6456612"/>
            <a:ext cx="4278842" cy="339884"/>
          </a:xfrm>
          <a:prstGeom prst="rect">
            <a:avLst/>
          </a:prstGeom>
        </p:spPr>
        <p:txBody>
          <a:bodyPr vert="horz" lIns="91440" tIns="45720" rIns="91440" bIns="45720" rtlCol="0" anchor="b"/>
          <a:lstStyle>
            <a:lvl1pPr algn="l">
              <a:defRPr sz="1200"/>
            </a:lvl1pPr>
          </a:lstStyle>
          <a:p>
            <a:endParaRPr lang="en-US"/>
          </a:p>
        </p:txBody>
      </p:sp>
      <p:sp>
        <p:nvSpPr>
          <p:cNvPr id="7" name="מציין מיקום של מספר שקופית 6"/>
          <p:cNvSpPr>
            <a:spLocks noGrp="1"/>
          </p:cNvSpPr>
          <p:nvPr>
            <p:ph type="sldNum" sz="quarter" idx="5"/>
          </p:nvPr>
        </p:nvSpPr>
        <p:spPr>
          <a:xfrm>
            <a:off x="5593123" y="6456612"/>
            <a:ext cx="4278842" cy="339884"/>
          </a:xfrm>
          <a:prstGeom prst="rect">
            <a:avLst/>
          </a:prstGeom>
        </p:spPr>
        <p:txBody>
          <a:bodyPr vert="horz" lIns="91440" tIns="45720" rIns="91440" bIns="45720" rtlCol="0" anchor="b"/>
          <a:lstStyle>
            <a:lvl1pPr algn="r">
              <a:defRPr sz="1200"/>
            </a:lvl1pPr>
          </a:lstStyle>
          <a:p>
            <a:pPr rtl="1"/>
            <a:fld id="{316969AA-9439-471E-9578-E8A340D4EAE1}" type="slidenum">
              <a:rPr lang="en-US" smtClean="0"/>
              <a:t>‹#›</a:t>
            </a:fld>
            <a:endParaRPr lang="he-IL"/>
          </a:p>
        </p:txBody>
      </p:sp>
    </p:spTree>
    <p:extLst>
      <p:ext uri="{BB962C8B-B14F-4D97-AF65-F5344CB8AC3E}">
        <p14:creationId xmlns:p14="http://schemas.microsoft.com/office/powerpoint/2010/main" val="169785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latin typeface="Arial"/>
                <a:cs typeface="Arial"/>
              </a:rPr>
              <a:t>המחלקות שעל הציר האנכי בלבד: </a:t>
            </a:r>
            <a:r>
              <a:rPr lang="he-IL" dirty="0">
                <a:latin typeface="Arial"/>
                <a:cs typeface="Arial"/>
              </a:rPr>
              <a:t>זהו הציר העובר בין "מופשט" ל-"קונקרטי"</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latin typeface="Arial"/>
                <a:cs typeface="Arial"/>
              </a:rPr>
              <a:t>המחלקות שעל הציר האופקי בלבד: </a:t>
            </a:r>
            <a:r>
              <a:rPr lang="he-IL" dirty="0">
                <a:latin typeface="Arial"/>
                <a:cs typeface="Arial"/>
              </a:rPr>
              <a:t>זהו הציר העוסק במבנה נתונים ספציפי. מה שמשתנה זה התוכן של מבני הנתונים</a:t>
            </a:r>
          </a:p>
          <a:p>
            <a:pPr marL="0" marR="0" lvl="0" indent="0" algn="l" defTabSz="914400" rtl="1" eaLnBrk="1" fontAlgn="auto" latinLnBrk="0" hangingPunct="1">
              <a:lnSpc>
                <a:spcPct val="100000"/>
              </a:lnSpc>
              <a:spcBef>
                <a:spcPts val="0"/>
              </a:spcBef>
              <a:spcAft>
                <a:spcPts val="0"/>
              </a:spcAft>
              <a:buClrTx/>
              <a:buSzTx/>
              <a:buFontTx/>
              <a:buNone/>
              <a:tabLst/>
              <a:defRPr/>
            </a:pPr>
            <a:endParaRPr lang="he-IL" dirty="0"/>
          </a:p>
          <a:p>
            <a:pPr marL="0" marR="0" lvl="0" indent="0" algn="l" defTabSz="914400" rtl="1" eaLnBrk="1" fontAlgn="auto" latinLnBrk="0" hangingPunct="1">
              <a:lnSpc>
                <a:spcPct val="100000"/>
              </a:lnSpc>
              <a:spcBef>
                <a:spcPts val="0"/>
              </a:spcBef>
              <a:spcAft>
                <a:spcPts val="0"/>
              </a:spcAft>
              <a:buClrTx/>
              <a:buSzTx/>
              <a:buFontTx/>
              <a:buNone/>
              <a:tabLst/>
              <a:defRPr/>
            </a:pPr>
            <a:endParaRPr lang="he-IL" dirty="0"/>
          </a:p>
          <a:p>
            <a:pPr rtl="1"/>
            <a:endParaRPr lang="he-IL" dirty="0"/>
          </a:p>
        </p:txBody>
      </p:sp>
      <p:sp>
        <p:nvSpPr>
          <p:cNvPr id="4" name="Slide Number Placeholder 3"/>
          <p:cNvSpPr>
            <a:spLocks noGrp="1"/>
          </p:cNvSpPr>
          <p:nvPr>
            <p:ph type="sldNum" sz="quarter" idx="5"/>
          </p:nvPr>
        </p:nvSpPr>
        <p:spPr/>
        <p:txBody>
          <a:bodyPr/>
          <a:lstStyle/>
          <a:p>
            <a:pPr rtl="1"/>
            <a:fld id="{316969AA-9439-471E-9578-E8A340D4EAE1}" type="slidenum">
              <a:rPr lang="en-US" smtClean="0"/>
              <a:t>13</a:t>
            </a:fld>
            <a:endParaRPr lang="he-IL"/>
          </a:p>
        </p:txBody>
      </p:sp>
    </p:spTree>
    <p:extLst>
      <p:ext uri="{BB962C8B-B14F-4D97-AF65-F5344CB8AC3E}">
        <p14:creationId xmlns:p14="http://schemas.microsoft.com/office/powerpoint/2010/main" val="716287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t>לקחנו את המחלקה הכללית (הגנרית) L</a:t>
            </a:r>
            <a:r>
              <a:rPr lang="en-US" sz="1200" dirty="0" err="1"/>
              <a:t>ist</a:t>
            </a:r>
            <a:r>
              <a:rPr lang="en-US" sz="1200" dirty="0"/>
              <a:t>&lt;</a:t>
            </a:r>
            <a:r>
              <a:rPr lang="he-IL" sz="1200" dirty="0"/>
              <a:t>T</a:t>
            </a:r>
            <a:r>
              <a:rPr lang="en-US" sz="1200" dirty="0"/>
              <a:t>&gt;</a:t>
            </a:r>
            <a:r>
              <a:rPr lang="he-IL" sz="1200" dirty="0"/>
              <a:t> עם פרמטר T והחלפנו את T בטיפוס הקונקרטי </a:t>
            </a:r>
            <a:r>
              <a:rPr lang="he-IL" sz="1200" dirty="0" err="1"/>
              <a:t>String</a:t>
            </a:r>
            <a:r>
              <a:rPr lang="he-IL" sz="1200" dirty="0"/>
              <a:t> על מנת להכריז על משתנה מסוג רשימת מחרוזות. נציב לתוך המשתנה אובייקט חדש מטיפוס רשימה מקושרת.</a:t>
            </a:r>
          </a:p>
          <a:p>
            <a:pPr algn="r" rtl="1"/>
            <a:endParaRPr lang="LID4096" dirty="0"/>
          </a:p>
        </p:txBody>
      </p:sp>
      <p:sp>
        <p:nvSpPr>
          <p:cNvPr id="4" name="Slide Number Placeholder 3"/>
          <p:cNvSpPr>
            <a:spLocks noGrp="1"/>
          </p:cNvSpPr>
          <p:nvPr>
            <p:ph type="sldNum" sz="quarter" idx="5"/>
          </p:nvPr>
        </p:nvSpPr>
        <p:spPr/>
        <p:txBody>
          <a:bodyPr/>
          <a:lstStyle/>
          <a:p>
            <a:pPr rtl="1"/>
            <a:fld id="{316969AA-9439-471E-9578-E8A340D4EAE1}" type="slidenum">
              <a:rPr lang="en-US" smtClean="0"/>
              <a:t>18</a:t>
            </a:fld>
            <a:endParaRPr lang="he-IL"/>
          </a:p>
        </p:txBody>
      </p:sp>
    </p:spTree>
    <p:extLst>
      <p:ext uri="{BB962C8B-B14F-4D97-AF65-F5344CB8AC3E}">
        <p14:creationId xmlns:p14="http://schemas.microsoft.com/office/powerpoint/2010/main" val="1151669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r" rtl="1">
              <a:spcAft>
                <a:spcPts val="0"/>
              </a:spcAft>
              <a:buNone/>
            </a:pPr>
            <a:r>
              <a:rPr lang="he-IL" b="1" u="sng" dirty="0">
                <a:latin typeface="Arial"/>
                <a:cs typeface="Arial"/>
              </a:rPr>
              <a:t>שאלה</a:t>
            </a:r>
          </a:p>
          <a:p>
            <a:pPr marL="0" indent="0" algn="r" rtl="1">
              <a:spcAft>
                <a:spcPts val="0"/>
              </a:spcAft>
              <a:buNone/>
            </a:pPr>
            <a:r>
              <a:rPr lang="he-IL" dirty="0">
                <a:latin typeface="Arial"/>
                <a:cs typeface="Arial"/>
              </a:rPr>
              <a:t>מדוע הצגנו את ה-</a:t>
            </a:r>
            <a:r>
              <a:rPr lang="he-IL" dirty="0" err="1">
                <a:latin typeface="Arial"/>
                <a:cs typeface="Arial"/>
              </a:rPr>
              <a:t>Generics</a:t>
            </a:r>
            <a:r>
              <a:rPr lang="he-IL" dirty="0">
                <a:latin typeface="Arial"/>
                <a:cs typeface="Arial"/>
              </a:rPr>
              <a:t> כאן?</a:t>
            </a:r>
          </a:p>
          <a:p>
            <a:pPr marL="0" indent="0" algn="r" rtl="1">
              <a:spcAft>
                <a:spcPts val="0"/>
              </a:spcAft>
              <a:buNone/>
            </a:pPr>
            <a:r>
              <a:rPr lang="he-IL" b="1" u="sng" dirty="0">
                <a:latin typeface="Arial"/>
                <a:cs typeface="Arial"/>
              </a:rPr>
              <a:t>תשובה</a:t>
            </a:r>
          </a:p>
          <a:p>
            <a:pPr marL="0" indent="0" algn="r" rtl="1">
              <a:spcAft>
                <a:spcPts val="0"/>
              </a:spcAft>
              <a:buNone/>
            </a:pPr>
            <a:r>
              <a:rPr lang="he-IL" dirty="0">
                <a:latin typeface="Arial"/>
                <a:cs typeface="Arial"/>
              </a:rPr>
              <a:t>כל המרכיבים הנמצאים בספריית ה-</a:t>
            </a:r>
            <a:r>
              <a:rPr lang="he-IL" dirty="0" err="1">
                <a:latin typeface="Arial"/>
                <a:cs typeface="Arial"/>
              </a:rPr>
              <a:t>Collections</a:t>
            </a:r>
            <a:r>
              <a:rPr lang="he-IL" dirty="0">
                <a:latin typeface="Arial"/>
                <a:cs typeface="Arial"/>
              </a:rPr>
              <a:t> </a:t>
            </a:r>
            <a:r>
              <a:rPr lang="he-IL" dirty="0" err="1">
                <a:latin typeface="Arial"/>
                <a:cs typeface="Arial"/>
              </a:rPr>
              <a:t>Framework</a:t>
            </a:r>
            <a:r>
              <a:rPr lang="he-IL" dirty="0">
                <a:latin typeface="Arial"/>
                <a:cs typeface="Arial"/>
              </a:rPr>
              <a:t> הם גנריים: כל אחד ממבני הנתונים שנכיר הוא גנרי.</a:t>
            </a:r>
          </a:p>
          <a:p>
            <a:pPr marL="0" indent="0" rtl="1">
              <a:spcAft>
                <a:spcPts val="0"/>
              </a:spcAft>
              <a:buNone/>
            </a:pPr>
            <a:endParaRPr lang="he-IL" dirty="0"/>
          </a:p>
          <a:p>
            <a:pPr marL="0" indent="0" algn="r" rtl="1">
              <a:spcAft>
                <a:spcPts val="0"/>
              </a:spcAft>
              <a:buNone/>
            </a:pPr>
            <a:r>
              <a:rPr lang="he-IL" dirty="0">
                <a:latin typeface="Arial"/>
                <a:cs typeface="Arial"/>
              </a:rPr>
              <a:t>לכל מבנה נתונים יש פרמטר (או פרמטרים), וכאשר אנו משתמשים בפרמטר, כל אובייקט יגדיר את הפרמטר הקונקרטי </a:t>
            </a:r>
            <a:r>
              <a:rPr lang="he-IL" dirty="0" err="1">
                <a:latin typeface="Arial"/>
                <a:cs typeface="Arial"/>
              </a:rPr>
              <a:t>איתו</a:t>
            </a:r>
            <a:r>
              <a:rPr lang="he-IL" dirty="0">
                <a:latin typeface="Arial"/>
                <a:cs typeface="Arial"/>
              </a:rPr>
              <a:t> הוא עובד.</a:t>
            </a:r>
          </a:p>
          <a:p>
            <a:pPr marL="0" indent="0" rtl="1">
              <a:spcAft>
                <a:spcPts val="0"/>
              </a:spcAft>
              <a:buNone/>
            </a:pPr>
            <a:endParaRPr lang="he-IL" dirty="0"/>
          </a:p>
          <a:p>
            <a:pPr marL="0" indent="0" algn="r" rtl="1">
              <a:spcAft>
                <a:spcPts val="0"/>
              </a:spcAft>
              <a:buNone/>
            </a:pPr>
            <a:r>
              <a:rPr lang="he-IL" dirty="0">
                <a:latin typeface="Arial"/>
                <a:cs typeface="Arial"/>
              </a:rPr>
              <a:t>למשל, המחלקה שראינו קודם לכן אכן קיימת בספריית </a:t>
            </a:r>
            <a:r>
              <a:rPr lang="he-IL" dirty="0" err="1">
                <a:latin typeface="Arial"/>
                <a:cs typeface="Arial"/>
              </a:rPr>
              <a:t>Collections</a:t>
            </a:r>
            <a:r>
              <a:rPr lang="he-IL" dirty="0">
                <a:latin typeface="Arial"/>
                <a:cs typeface="Arial"/>
              </a:rPr>
              <a:t> </a:t>
            </a:r>
            <a:r>
              <a:rPr lang="he-IL" dirty="0" err="1">
                <a:latin typeface="Arial"/>
                <a:cs typeface="Arial"/>
              </a:rPr>
              <a:t>Framework</a:t>
            </a:r>
            <a:r>
              <a:rPr lang="he-IL" dirty="0">
                <a:latin typeface="Arial"/>
                <a:cs typeface="Arial"/>
              </a:rPr>
              <a:t> בצורה הבאה:</a:t>
            </a:r>
          </a:p>
          <a:p>
            <a:pPr marL="0" indent="0" algn="r" rtl="1">
              <a:spcAft>
                <a:spcPts val="0"/>
              </a:spcAft>
              <a:buNone/>
            </a:pPr>
            <a:r>
              <a:rPr lang="he-IL" sz="1800" b="1" dirty="0">
                <a:latin typeface="Arial"/>
                <a:cs typeface="Arial"/>
              </a:rPr>
              <a:t>public class LinkedList&lt;T&gt;</a:t>
            </a:r>
            <a:endParaRPr lang="he-IL" dirty="0"/>
          </a:p>
          <a:p>
            <a:pPr rtl="1"/>
            <a:endParaRPr lang="he-IL" dirty="0"/>
          </a:p>
        </p:txBody>
      </p:sp>
      <p:sp>
        <p:nvSpPr>
          <p:cNvPr id="4" name="Slide Number Placeholder 3"/>
          <p:cNvSpPr>
            <a:spLocks noGrp="1"/>
          </p:cNvSpPr>
          <p:nvPr>
            <p:ph type="sldNum" sz="quarter" idx="5"/>
          </p:nvPr>
        </p:nvSpPr>
        <p:spPr/>
        <p:txBody>
          <a:bodyPr/>
          <a:lstStyle/>
          <a:p>
            <a:pPr rtl="1"/>
            <a:fld id="{316969AA-9439-471E-9578-E8A340D4EAE1}" type="slidenum">
              <a:rPr lang="en-US" smtClean="0"/>
              <a:t>19</a:t>
            </a:fld>
            <a:endParaRPr lang="he-IL"/>
          </a:p>
        </p:txBody>
      </p:sp>
    </p:spTree>
    <p:extLst>
      <p:ext uri="{BB962C8B-B14F-4D97-AF65-F5344CB8AC3E}">
        <p14:creationId xmlns:p14="http://schemas.microsoft.com/office/powerpoint/2010/main" val="1530356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לקחנו את המחלקה הכללית (הגנרית) </a:t>
            </a:r>
            <a:r>
              <a:rPr lang="en-US" dirty="0"/>
              <a:t>Map&lt;K,V&gt;</a:t>
            </a:r>
            <a:r>
              <a:rPr lang="he-IL" dirty="0"/>
              <a:t> </a:t>
            </a:r>
            <a:r>
              <a:rPr lang="he-IL" sz="1200" dirty="0"/>
              <a:t>והחלפנו את הפרמטר K בטיפוס הקונקרטי </a:t>
            </a:r>
            <a:r>
              <a:rPr lang="he-IL" sz="1200" dirty="0" err="1"/>
              <a:t>String</a:t>
            </a:r>
            <a:r>
              <a:rPr lang="he-IL" sz="1200" dirty="0"/>
              <a:t> ואת הפרמטר V בטיפוס הקונקרטי </a:t>
            </a:r>
            <a:r>
              <a:rPr lang="he-IL" sz="1200" dirty="0" err="1"/>
              <a:t>Double</a:t>
            </a:r>
            <a:r>
              <a:rPr lang="he-IL" sz="1200" dirty="0"/>
              <a:t> על מנת להכריז על משתנה הממפה מחרוזות למספרים. נציב לתוך המשתנה אובייקט חדש שבו המיפוי מתבצע באמצעות טבלת גיבוב. </a:t>
            </a:r>
            <a:endParaRPr lang="LID4096" dirty="0"/>
          </a:p>
        </p:txBody>
      </p:sp>
      <p:sp>
        <p:nvSpPr>
          <p:cNvPr id="4" name="Slide Number Placeholder 3"/>
          <p:cNvSpPr>
            <a:spLocks noGrp="1"/>
          </p:cNvSpPr>
          <p:nvPr>
            <p:ph type="sldNum" sz="quarter" idx="5"/>
          </p:nvPr>
        </p:nvSpPr>
        <p:spPr/>
        <p:txBody>
          <a:bodyPr/>
          <a:lstStyle/>
          <a:p>
            <a:pPr rtl="1"/>
            <a:fld id="{316969AA-9439-471E-9578-E8A340D4EAE1}" type="slidenum">
              <a:rPr lang="en-US" smtClean="0"/>
              <a:t>20</a:t>
            </a:fld>
            <a:endParaRPr lang="he-IL"/>
          </a:p>
        </p:txBody>
      </p:sp>
    </p:spTree>
    <p:extLst>
      <p:ext uri="{BB962C8B-B14F-4D97-AF65-F5344CB8AC3E}">
        <p14:creationId xmlns:p14="http://schemas.microsoft.com/office/powerpoint/2010/main" val="1884252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מדובר בממשק גנרי חסום מכיוון שהוא מאפשר להשוות רק לדברים מסוג </a:t>
            </a:r>
            <a:r>
              <a:rPr lang="en-US" dirty="0"/>
              <a:t>Gain </a:t>
            </a:r>
            <a:r>
              <a:rPr lang="he-IL" dirty="0"/>
              <a:t>בעוד </a:t>
            </a:r>
            <a:r>
              <a:rPr lang="en-US" dirty="0"/>
              <a:t>Comparable </a:t>
            </a:r>
            <a:r>
              <a:rPr lang="he-IL" dirty="0"/>
              <a:t>יודע להשוות לכל אובייקט.</a:t>
            </a:r>
          </a:p>
          <a:p>
            <a:pPr algn="r" rtl="1"/>
            <a:endParaRPr lang="en-US" dirty="0"/>
          </a:p>
        </p:txBody>
      </p:sp>
      <p:sp>
        <p:nvSpPr>
          <p:cNvPr id="4" name="Slide Number Placeholder 3"/>
          <p:cNvSpPr>
            <a:spLocks noGrp="1"/>
          </p:cNvSpPr>
          <p:nvPr>
            <p:ph type="sldNum" sz="quarter" idx="5"/>
          </p:nvPr>
        </p:nvSpPr>
        <p:spPr/>
        <p:txBody>
          <a:bodyPr/>
          <a:lstStyle/>
          <a:p>
            <a:pPr rtl="1"/>
            <a:fld id="{316969AA-9439-471E-9578-E8A340D4EAE1}" type="slidenum">
              <a:rPr lang="en-US" smtClean="0"/>
              <a:t>24</a:t>
            </a:fld>
            <a:endParaRPr lang="he-IL"/>
          </a:p>
        </p:txBody>
      </p:sp>
    </p:spTree>
    <p:extLst>
      <p:ext uri="{BB962C8B-B14F-4D97-AF65-F5344CB8AC3E}">
        <p14:creationId xmlns:p14="http://schemas.microsoft.com/office/powerpoint/2010/main" val="1660277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333333"/>
                </a:solidFill>
                <a:effectLst/>
                <a:latin typeface="Tahoma" panose="020B0604030504040204" pitchFamily="34" charset="0"/>
              </a:rPr>
              <a:t>Generic types can be subclassed just like any other class by either generic or </a:t>
            </a:r>
            <a:r>
              <a:rPr lang="en-US" b="0" i="0" dirty="0" err="1">
                <a:solidFill>
                  <a:srgbClr val="333333"/>
                </a:solidFill>
                <a:effectLst/>
                <a:latin typeface="Tahoma" panose="020B0604030504040204" pitchFamily="34" charset="0"/>
              </a:rPr>
              <a:t>nongeneric</a:t>
            </a:r>
            <a:r>
              <a:rPr lang="en-US" b="0" i="0" dirty="0">
                <a:solidFill>
                  <a:srgbClr val="333333"/>
                </a:solidFill>
                <a:effectLst/>
                <a:latin typeface="Tahoma" panose="020B0604030504040204" pitchFamily="34" charset="0"/>
              </a:rPr>
              <a:t> child classes. A </a:t>
            </a:r>
            <a:r>
              <a:rPr lang="en-US" b="0" i="0" dirty="0" err="1">
                <a:solidFill>
                  <a:srgbClr val="333333"/>
                </a:solidFill>
                <a:effectLst/>
                <a:latin typeface="Tahoma" panose="020B0604030504040204" pitchFamily="34" charset="0"/>
              </a:rPr>
              <a:t>nongeneric</a:t>
            </a:r>
            <a:r>
              <a:rPr lang="en-US" b="0" i="0" dirty="0">
                <a:solidFill>
                  <a:srgbClr val="333333"/>
                </a:solidFill>
                <a:effectLst/>
                <a:latin typeface="Tahoma" panose="020B0604030504040204" pitchFamily="34" charset="0"/>
              </a:rPr>
              <a:t> subclass must extend a particular instantiation of the parent type, filling in the required parameters to make it concrete:</a:t>
            </a:r>
          </a:p>
          <a:p>
            <a:pPr algn="l" fontAlgn="base"/>
            <a:r>
              <a:rPr lang="en-US" b="0" i="0" dirty="0">
                <a:solidFill>
                  <a:srgbClr val="333333"/>
                </a:solidFill>
                <a:effectLst/>
                <a:latin typeface="Tahoma" panose="020B0604030504040204" pitchFamily="34" charset="0"/>
              </a:rPr>
              <a:t>class </a:t>
            </a:r>
            <a:r>
              <a:rPr lang="en-US" b="0" i="0" dirty="0" err="1">
                <a:solidFill>
                  <a:srgbClr val="333333"/>
                </a:solidFill>
                <a:effectLst/>
                <a:latin typeface="Tahoma" panose="020B0604030504040204" pitchFamily="34" charset="0"/>
              </a:rPr>
              <a:t>DateList</a:t>
            </a:r>
            <a:r>
              <a:rPr lang="en-US" b="0" i="0" dirty="0">
                <a:solidFill>
                  <a:srgbClr val="333333"/>
                </a:solidFill>
                <a:effectLst/>
                <a:latin typeface="Tahoma" panose="020B0604030504040204" pitchFamily="34" charset="0"/>
              </a:rPr>
              <a:t> extends </a:t>
            </a:r>
            <a:r>
              <a:rPr lang="en-US" b="0" i="0" dirty="0" err="1">
                <a:solidFill>
                  <a:srgbClr val="333333"/>
                </a:solidFill>
                <a:effectLst/>
                <a:latin typeface="Tahoma" panose="020B0604030504040204" pitchFamily="34" charset="0"/>
              </a:rPr>
              <a:t>ArrayList</a:t>
            </a:r>
            <a:r>
              <a:rPr lang="en-US" b="0" i="0" dirty="0">
                <a:solidFill>
                  <a:srgbClr val="333333"/>
                </a:solidFill>
                <a:effectLst/>
                <a:latin typeface="Tahoma" panose="020B0604030504040204" pitchFamily="34" charset="0"/>
              </a:rPr>
              <a:t>&lt;Date&gt; { } </a:t>
            </a:r>
          </a:p>
          <a:p>
            <a:pPr algn="l" fontAlgn="base"/>
            <a:r>
              <a:rPr lang="en-US" b="0" i="0" dirty="0" err="1">
                <a:solidFill>
                  <a:srgbClr val="333333"/>
                </a:solidFill>
                <a:effectLst/>
                <a:latin typeface="Tahoma" panose="020B0604030504040204" pitchFamily="34" charset="0"/>
              </a:rPr>
              <a:t>DateList</a:t>
            </a:r>
            <a:r>
              <a:rPr lang="en-US" b="0" i="0" dirty="0">
                <a:solidFill>
                  <a:srgbClr val="333333"/>
                </a:solidFill>
                <a:effectLst/>
                <a:latin typeface="Tahoma" panose="020B0604030504040204" pitchFamily="34" charset="0"/>
              </a:rPr>
              <a:t> </a:t>
            </a:r>
            <a:r>
              <a:rPr lang="en-US" b="0" i="0" dirty="0" err="1">
                <a:solidFill>
                  <a:srgbClr val="333333"/>
                </a:solidFill>
                <a:effectLst/>
                <a:latin typeface="Tahoma" panose="020B0604030504040204" pitchFamily="34" charset="0"/>
              </a:rPr>
              <a:t>dateList</a:t>
            </a:r>
            <a:r>
              <a:rPr lang="en-US" b="0" i="0" dirty="0">
                <a:solidFill>
                  <a:srgbClr val="333333"/>
                </a:solidFill>
                <a:effectLst/>
                <a:latin typeface="Tahoma" panose="020B0604030504040204" pitchFamily="34" charset="0"/>
              </a:rPr>
              <a:t> = new </a:t>
            </a:r>
            <a:r>
              <a:rPr lang="en-US" b="0" i="0" dirty="0" err="1">
                <a:solidFill>
                  <a:srgbClr val="333333"/>
                </a:solidFill>
                <a:effectLst/>
                <a:latin typeface="Tahoma" panose="020B0604030504040204" pitchFamily="34" charset="0"/>
              </a:rPr>
              <a:t>DateList</a:t>
            </a:r>
            <a:r>
              <a:rPr lang="en-US" b="0" i="0" dirty="0">
                <a:solidFill>
                  <a:srgbClr val="333333"/>
                </a:solidFill>
                <a:effectLst/>
                <a:latin typeface="Tahoma" panose="020B0604030504040204" pitchFamily="34" charset="0"/>
              </a:rPr>
              <a:t>(); </a:t>
            </a:r>
          </a:p>
          <a:p>
            <a:pPr algn="l" fontAlgn="base"/>
            <a:r>
              <a:rPr lang="en-US" b="0" i="0" dirty="0" err="1">
                <a:solidFill>
                  <a:srgbClr val="333333"/>
                </a:solidFill>
                <a:effectLst/>
                <a:latin typeface="Tahoma" panose="020B0604030504040204" pitchFamily="34" charset="0"/>
              </a:rPr>
              <a:t>dateList.add</a:t>
            </a:r>
            <a:r>
              <a:rPr lang="en-US" b="0" i="0" dirty="0">
                <a:solidFill>
                  <a:srgbClr val="333333"/>
                </a:solidFill>
                <a:effectLst/>
                <a:latin typeface="Tahoma" panose="020B0604030504040204" pitchFamily="34" charset="0"/>
              </a:rPr>
              <a:t>( new Date() ); </a:t>
            </a:r>
          </a:p>
          <a:p>
            <a:pPr algn="l" fontAlgn="base"/>
            <a:r>
              <a:rPr lang="en-US" b="0" i="0" dirty="0">
                <a:solidFill>
                  <a:srgbClr val="333333"/>
                </a:solidFill>
                <a:effectLst/>
                <a:latin typeface="Tahoma" panose="020B0604030504040204" pitchFamily="34" charset="0"/>
              </a:rPr>
              <a:t>List&lt;Date&gt; </a:t>
            </a:r>
            <a:r>
              <a:rPr lang="en-US" b="0" i="0" dirty="0" err="1">
                <a:solidFill>
                  <a:srgbClr val="333333"/>
                </a:solidFill>
                <a:effectLst/>
                <a:latin typeface="Tahoma" panose="020B0604030504040204" pitchFamily="34" charset="0"/>
              </a:rPr>
              <a:t>ld</a:t>
            </a:r>
            <a:r>
              <a:rPr lang="en-US" b="0" i="0" dirty="0">
                <a:solidFill>
                  <a:srgbClr val="333333"/>
                </a:solidFill>
                <a:effectLst/>
                <a:latin typeface="Tahoma" panose="020B0604030504040204" pitchFamily="34" charset="0"/>
              </a:rPr>
              <a:t> = </a:t>
            </a:r>
            <a:r>
              <a:rPr lang="en-US" b="0" i="0" dirty="0" err="1">
                <a:solidFill>
                  <a:srgbClr val="333333"/>
                </a:solidFill>
                <a:effectLst/>
                <a:latin typeface="Tahoma" panose="020B0604030504040204" pitchFamily="34" charset="0"/>
              </a:rPr>
              <a:t>dateList;Here</a:t>
            </a:r>
            <a:r>
              <a:rPr lang="en-US" b="0" i="0" dirty="0">
                <a:solidFill>
                  <a:srgbClr val="333333"/>
                </a:solidFill>
                <a:effectLst/>
                <a:latin typeface="Tahoma" panose="020B0604030504040204" pitchFamily="34" charset="0"/>
              </a:rPr>
              <a:t>, </a:t>
            </a:r>
          </a:p>
          <a:p>
            <a:pPr algn="l" fontAlgn="base"/>
            <a:r>
              <a:rPr lang="en-US" b="0" i="0" dirty="0">
                <a:solidFill>
                  <a:srgbClr val="333333"/>
                </a:solidFill>
                <a:effectLst/>
                <a:latin typeface="Tahoma" panose="020B0604030504040204" pitchFamily="34" charset="0"/>
              </a:rPr>
              <a:t>we have created a </a:t>
            </a:r>
            <a:r>
              <a:rPr lang="en-US" b="0" i="0" dirty="0" err="1">
                <a:solidFill>
                  <a:srgbClr val="333333"/>
                </a:solidFill>
                <a:effectLst/>
                <a:latin typeface="Tahoma" panose="020B0604030504040204" pitchFamily="34" charset="0"/>
              </a:rPr>
              <a:t>nongeneric</a:t>
            </a:r>
            <a:r>
              <a:rPr lang="en-US" b="0" i="0" dirty="0">
                <a:solidFill>
                  <a:srgbClr val="333333"/>
                </a:solidFill>
                <a:effectLst/>
                <a:latin typeface="Tahoma" panose="020B0604030504040204" pitchFamily="34" charset="0"/>
              </a:rPr>
              <a:t> subclass, </a:t>
            </a:r>
            <a:r>
              <a:rPr lang="en-US" b="0" i="0" dirty="0" err="1">
                <a:solidFill>
                  <a:srgbClr val="333333"/>
                </a:solidFill>
                <a:effectLst/>
                <a:latin typeface="Tahoma" panose="020B0604030504040204" pitchFamily="34" charset="0"/>
              </a:rPr>
              <a:t>DateList</a:t>
            </a:r>
            <a:r>
              <a:rPr lang="en-US" b="0" i="0" dirty="0">
                <a:solidFill>
                  <a:srgbClr val="333333"/>
                </a:solidFill>
                <a:effectLst/>
                <a:latin typeface="Tahoma" panose="020B0604030504040204" pitchFamily="34" charset="0"/>
              </a:rPr>
              <a:t>, of the concrete generic instantiation </a:t>
            </a:r>
            <a:r>
              <a:rPr lang="en-US" b="0" i="0" dirty="0" err="1">
                <a:solidFill>
                  <a:srgbClr val="333333"/>
                </a:solidFill>
                <a:effectLst/>
                <a:latin typeface="Tahoma" panose="020B0604030504040204" pitchFamily="34" charset="0"/>
              </a:rPr>
              <a:t>ArrayList</a:t>
            </a:r>
            <a:r>
              <a:rPr lang="en-US" b="0" i="0" dirty="0">
                <a:solidFill>
                  <a:srgbClr val="333333"/>
                </a:solidFill>
                <a:effectLst/>
                <a:latin typeface="Tahoma" panose="020B0604030504040204" pitchFamily="34" charset="0"/>
              </a:rPr>
              <a:t>&lt;Date&gt;. The </a:t>
            </a:r>
            <a:r>
              <a:rPr lang="en-US" b="0" i="0" dirty="0" err="1">
                <a:solidFill>
                  <a:srgbClr val="333333"/>
                </a:solidFill>
                <a:effectLst/>
                <a:latin typeface="Tahoma" panose="020B0604030504040204" pitchFamily="34" charset="0"/>
              </a:rPr>
              <a:t>DateList</a:t>
            </a:r>
            <a:r>
              <a:rPr lang="en-US" b="0" i="0" dirty="0">
                <a:solidFill>
                  <a:srgbClr val="333333"/>
                </a:solidFill>
                <a:effectLst/>
                <a:latin typeface="Tahoma" panose="020B0604030504040204" pitchFamily="34" charset="0"/>
              </a:rPr>
              <a:t> is a type of </a:t>
            </a:r>
            <a:r>
              <a:rPr lang="en-US" b="0" i="0" dirty="0" err="1">
                <a:solidFill>
                  <a:srgbClr val="333333"/>
                </a:solidFill>
                <a:effectLst/>
                <a:latin typeface="Tahoma" panose="020B0604030504040204" pitchFamily="34" charset="0"/>
              </a:rPr>
              <a:t>ArrayList</a:t>
            </a:r>
            <a:r>
              <a:rPr lang="en-US" b="0" i="0" dirty="0">
                <a:solidFill>
                  <a:srgbClr val="333333"/>
                </a:solidFill>
                <a:effectLst/>
                <a:latin typeface="Tahoma" panose="020B0604030504040204" pitchFamily="34" charset="0"/>
              </a:rPr>
              <a:t>&lt;Date&gt; and inherits the particular instantiation of all of the methods, just as it would from any other parent. We can even assign it back to the parent type if we wish, as shown in this example.</a:t>
            </a:r>
          </a:p>
          <a:p>
            <a:pPr algn="l" fontAlgn="base"/>
            <a:endParaRPr lang="en-US" b="0" i="0" dirty="0">
              <a:solidFill>
                <a:srgbClr val="333333"/>
              </a:solidFill>
              <a:effectLst/>
              <a:latin typeface="Tahoma" panose="020B0604030504040204" pitchFamily="34" charset="0"/>
            </a:endParaRPr>
          </a:p>
          <a:p>
            <a:pPr algn="l" fontAlgn="base"/>
            <a:r>
              <a:rPr lang="en-US" b="0" i="0" dirty="0">
                <a:solidFill>
                  <a:srgbClr val="333333"/>
                </a:solidFill>
                <a:effectLst/>
                <a:latin typeface="Tahoma" panose="020B0604030504040204" pitchFamily="34" charset="0"/>
              </a:rPr>
              <a:t>A generic subtype of a generic class may extend either a concrete instantiation of the class, as in the previous example, or it may share a type variable that it “passes up” to the parent upon instantiation:</a:t>
            </a:r>
          </a:p>
          <a:p>
            <a:pPr algn="l" fontAlgn="base"/>
            <a:r>
              <a:rPr lang="en-US" b="0" i="0" dirty="0">
                <a:solidFill>
                  <a:srgbClr val="333333"/>
                </a:solidFill>
                <a:effectLst/>
                <a:latin typeface="Tahoma" panose="020B0604030504040204" pitchFamily="34" charset="0"/>
              </a:rPr>
              <a:t>class </a:t>
            </a:r>
            <a:r>
              <a:rPr lang="en-US" b="0" i="0" dirty="0" err="1">
                <a:solidFill>
                  <a:srgbClr val="333333"/>
                </a:solidFill>
                <a:effectLst/>
                <a:latin typeface="Tahoma" panose="020B0604030504040204" pitchFamily="34" charset="0"/>
              </a:rPr>
              <a:t>AdjustableTrap</a:t>
            </a:r>
            <a:r>
              <a:rPr lang="en-US" b="0" i="0" dirty="0">
                <a:solidFill>
                  <a:srgbClr val="333333"/>
                </a:solidFill>
                <a:effectLst/>
                <a:latin typeface="Tahoma" panose="020B0604030504040204" pitchFamily="34" charset="0"/>
              </a:rPr>
              <a:t>&lt; T &gt; extends Trap&lt; T &gt; { </a:t>
            </a:r>
          </a:p>
          <a:p>
            <a:pPr algn="l" fontAlgn="base"/>
            <a:r>
              <a:rPr lang="en-US" b="0" i="0" dirty="0">
                <a:solidFill>
                  <a:srgbClr val="333333"/>
                </a:solidFill>
                <a:effectLst/>
                <a:latin typeface="Tahoma" panose="020B0604030504040204" pitchFamily="34" charset="0"/>
              </a:rPr>
              <a:t>    public void </a:t>
            </a:r>
            <a:r>
              <a:rPr lang="en-US" b="0" i="0" dirty="0" err="1">
                <a:solidFill>
                  <a:srgbClr val="333333"/>
                </a:solidFill>
                <a:effectLst/>
                <a:latin typeface="Tahoma" panose="020B0604030504040204" pitchFamily="34" charset="0"/>
              </a:rPr>
              <a:t>setSize</a:t>
            </a:r>
            <a:r>
              <a:rPr lang="en-US" b="0" i="0" dirty="0">
                <a:solidFill>
                  <a:srgbClr val="333333"/>
                </a:solidFill>
                <a:effectLst/>
                <a:latin typeface="Tahoma" panose="020B0604030504040204" pitchFamily="34" charset="0"/>
              </a:rPr>
              <a:t>( int </a:t>
            </a:r>
            <a:r>
              <a:rPr lang="en-US" b="0" i="0" dirty="0" err="1">
                <a:solidFill>
                  <a:srgbClr val="333333"/>
                </a:solidFill>
                <a:effectLst/>
                <a:latin typeface="Tahoma" panose="020B0604030504040204" pitchFamily="34" charset="0"/>
              </a:rPr>
              <a:t>i</a:t>
            </a:r>
            <a:r>
              <a:rPr lang="en-US" b="0" i="0" dirty="0">
                <a:solidFill>
                  <a:srgbClr val="333333"/>
                </a:solidFill>
                <a:effectLst/>
                <a:latin typeface="Tahoma" panose="020B0604030504040204" pitchFamily="34" charset="0"/>
              </a:rPr>
              <a:t> ) { ... } </a:t>
            </a:r>
          </a:p>
          <a:p>
            <a:pPr algn="l" fontAlgn="base"/>
            <a:r>
              <a:rPr lang="en-US" b="0" i="0" dirty="0">
                <a:solidFill>
                  <a:srgbClr val="333333"/>
                </a:solidFill>
                <a:effectLst/>
                <a:latin typeface="Tahoma" panose="020B0604030504040204" pitchFamily="34" charset="0"/>
              </a:rPr>
              <a:t>}</a:t>
            </a:r>
          </a:p>
          <a:p>
            <a:pPr algn="l" fontAlgn="base"/>
            <a:endParaRPr lang="en-US" b="0" i="0" dirty="0">
              <a:solidFill>
                <a:srgbClr val="333333"/>
              </a:solidFill>
              <a:effectLst/>
              <a:latin typeface="Tahoma" panose="020B0604030504040204" pitchFamily="34" charset="0"/>
            </a:endParaRPr>
          </a:p>
          <a:p>
            <a:pPr algn="l" fontAlgn="base"/>
            <a:r>
              <a:rPr lang="en-US" b="0" i="0" dirty="0">
                <a:solidFill>
                  <a:srgbClr val="333333"/>
                </a:solidFill>
                <a:effectLst/>
                <a:latin typeface="Tahoma" panose="020B0604030504040204" pitchFamily="34" charset="0"/>
              </a:rPr>
              <a:t>Here, the type variable T used to instantiate the </a:t>
            </a:r>
            <a:r>
              <a:rPr lang="en-US" b="0" i="0" dirty="0" err="1">
                <a:solidFill>
                  <a:srgbClr val="333333"/>
                </a:solidFill>
                <a:effectLst/>
                <a:latin typeface="Tahoma" panose="020B0604030504040204" pitchFamily="34" charset="0"/>
              </a:rPr>
              <a:t>AdjustableTrap</a:t>
            </a:r>
            <a:r>
              <a:rPr lang="en-US" b="0" i="0" dirty="0">
                <a:solidFill>
                  <a:srgbClr val="333333"/>
                </a:solidFill>
                <a:effectLst/>
                <a:latin typeface="Tahoma" panose="020B0604030504040204" pitchFamily="34" charset="0"/>
              </a:rPr>
              <a:t> class is passed along to instantiate the base class, Trap. When the user instantiates the </a:t>
            </a:r>
            <a:r>
              <a:rPr lang="en-US" b="0" i="0" dirty="0" err="1">
                <a:solidFill>
                  <a:srgbClr val="333333"/>
                </a:solidFill>
                <a:effectLst/>
                <a:latin typeface="Tahoma" panose="020B0604030504040204" pitchFamily="34" charset="0"/>
              </a:rPr>
              <a:t>AdjustableTrap</a:t>
            </a:r>
            <a:r>
              <a:rPr lang="en-US" b="0" i="0" dirty="0">
                <a:solidFill>
                  <a:srgbClr val="333333"/>
                </a:solidFill>
                <a:effectLst/>
                <a:latin typeface="Tahoma" panose="020B0604030504040204" pitchFamily="34" charset="0"/>
              </a:rPr>
              <a:t> on a particular parameter type, the parent class is instantiated on that type as well.</a:t>
            </a:r>
          </a:p>
          <a:p>
            <a:br>
              <a:rPr lang="en-US" b="0" i="0" dirty="0">
                <a:solidFill>
                  <a:srgbClr val="333333"/>
                </a:solidFill>
                <a:effectLst/>
                <a:latin typeface="Tahoma" panose="020B0604030504040204" pitchFamily="34" charset="0"/>
              </a:rPr>
            </a:br>
            <a:endParaRPr lang="he-IL" dirty="0"/>
          </a:p>
          <a:p>
            <a:pPr algn="l" fontAlgn="base"/>
            <a:endParaRPr lang="he-IL" dirty="0"/>
          </a:p>
          <a:p>
            <a:endParaRPr lang="he-IL" dirty="0"/>
          </a:p>
        </p:txBody>
      </p:sp>
      <p:sp>
        <p:nvSpPr>
          <p:cNvPr id="4" name="Slide Number Placeholder 3"/>
          <p:cNvSpPr>
            <a:spLocks noGrp="1"/>
          </p:cNvSpPr>
          <p:nvPr>
            <p:ph type="sldNum" sz="quarter" idx="5"/>
          </p:nvPr>
        </p:nvSpPr>
        <p:spPr/>
        <p:txBody>
          <a:bodyPr/>
          <a:lstStyle/>
          <a:p>
            <a:pPr rtl="1"/>
            <a:fld id="{316969AA-9439-471E-9578-E8A340D4EAE1}" type="slidenum">
              <a:rPr lang="en-US" smtClean="0"/>
              <a:t>36</a:t>
            </a:fld>
            <a:endParaRPr lang="he-IL"/>
          </a:p>
        </p:txBody>
      </p:sp>
    </p:spTree>
    <p:extLst>
      <p:ext uri="{BB962C8B-B14F-4D97-AF65-F5344CB8AC3E}">
        <p14:creationId xmlns:p14="http://schemas.microsoft.com/office/powerpoint/2010/main" val="22202795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sp>
        <p:nvSpPr>
          <p:cNvPr id="8" name="כותרת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he-IL"/>
              <a:t>לחץ כדי לערוך סגנון כותרת של תבנית בסיס</a:t>
            </a:r>
            <a:endParaRPr kumimoji="0" lang="en-US"/>
          </a:p>
        </p:txBody>
      </p:sp>
      <p:sp>
        <p:nvSpPr>
          <p:cNvPr id="9" name="כותרת משנה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he-IL"/>
              <a:t>לחץ כדי לערוך סגנון כותרת משנה של תבנית בסיס</a:t>
            </a:r>
            <a:endParaRPr kumimoji="0" lang="en-US"/>
          </a:p>
        </p:txBody>
      </p:sp>
      <p:sp>
        <p:nvSpPr>
          <p:cNvPr id="28" name="מציין מיקום של תאריך 27"/>
          <p:cNvSpPr>
            <a:spLocks noGrp="1"/>
          </p:cNvSpPr>
          <p:nvPr>
            <p:ph type="dt" sz="half" idx="10"/>
          </p:nvPr>
        </p:nvSpPr>
        <p:spPr>
          <a:xfrm>
            <a:off x="6400800" y="6355080"/>
            <a:ext cx="2286000" cy="365760"/>
          </a:xfrm>
        </p:spPr>
        <p:txBody>
          <a:bodyPr/>
          <a:lstStyle>
            <a:lvl1pPr>
              <a:defRPr sz="1400"/>
            </a:lvl1pPr>
          </a:lstStyle>
          <a:p>
            <a:pPr eaLnBrk="1" latinLnBrk="0" hangingPunct="1"/>
            <a:fld id="{43C75D5F-0F0C-4040-BB87-B00CC48CF1D7}" type="datetime8">
              <a:rPr lang="he-IL" sz="1600" smtClean="0"/>
              <a:t>19 אפריל 26</a:t>
            </a:fld>
            <a:endParaRPr lang="en-US" sz="1600" dirty="0"/>
          </a:p>
        </p:txBody>
      </p:sp>
      <p:sp>
        <p:nvSpPr>
          <p:cNvPr id="17" name="מציין מיקום של כותרת תחתונה 16"/>
          <p:cNvSpPr>
            <a:spLocks noGrp="1"/>
          </p:cNvSpPr>
          <p:nvPr>
            <p:ph type="ftr" sz="quarter" idx="11"/>
          </p:nvPr>
        </p:nvSpPr>
        <p:spPr>
          <a:xfrm>
            <a:off x="2898648" y="6355080"/>
            <a:ext cx="3474720" cy="365760"/>
          </a:xfrm>
        </p:spPr>
        <p:txBody>
          <a:bodyPr/>
          <a:lstStyle/>
          <a:p>
            <a:r>
              <a:rPr kumimoji="0" lang="he-IL"/>
              <a:t>עיצוב ותכנות מונחה עצמים מתקדם</a:t>
            </a:r>
            <a:endParaRPr kumimoji="0" lang="en-US" dirty="0"/>
          </a:p>
        </p:txBody>
      </p:sp>
      <p:sp>
        <p:nvSpPr>
          <p:cNvPr id="29" name="מציין מיקום של מספר שקופית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eaLnBrk="1" latinLnBrk="0" hangingPunct="1"/>
              <a:t>‹#›</a:t>
            </a:fld>
            <a:endParaRPr kumimoji="0" lang="en-US" dirty="0"/>
          </a:p>
        </p:txBody>
      </p:sp>
      <p:sp>
        <p:nvSpPr>
          <p:cNvPr id="21" name="מלבן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מלבן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מלבן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מלבן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2" name="תמונה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1775" y="2867025"/>
            <a:ext cx="1638300" cy="781050"/>
          </a:xfrm>
          <a:prstGeom prst="rect">
            <a:avLst/>
          </a:prstGeom>
        </p:spPr>
      </p:pic>
      <p:sp>
        <p:nvSpPr>
          <p:cNvPr id="12" name="TextBox 11"/>
          <p:cNvSpPr txBox="1"/>
          <p:nvPr/>
        </p:nvSpPr>
        <p:spPr>
          <a:xfrm>
            <a:off x="8582254" y="9755"/>
            <a:ext cx="553357" cy="307777"/>
          </a:xfrm>
          <a:prstGeom prst="rect">
            <a:avLst/>
          </a:prstGeom>
          <a:noFill/>
        </p:spPr>
        <p:txBody>
          <a:bodyPr wrap="none" rtlCol="0">
            <a:spAutoFit/>
          </a:bodyPr>
          <a:lstStyle/>
          <a:p>
            <a:pPr rtl="0"/>
            <a:endParaRPr lang="en-US" sz="1400" b="1" dirty="0">
              <a:solidFill>
                <a:srgbClr val="0070C0"/>
              </a:solidFill>
              <a:latin typeface="David" panose="020E0502060401010101" pitchFamily="34" charset="-79"/>
              <a:cs typeface="David" panose="020E0502060401010101" pitchFamily="34" charset="-79"/>
            </a:endParaRPr>
          </a:p>
        </p:txBody>
      </p:sp>
      <p:pic>
        <p:nvPicPr>
          <p:cNvPr id="13" name="תמונה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81775" y="2867025"/>
            <a:ext cx="1638300" cy="781050"/>
          </a:xfrm>
          <a:prstGeom prst="rect">
            <a:avLst/>
          </a:prstGeom>
        </p:spPr>
      </p:pic>
      <p:sp>
        <p:nvSpPr>
          <p:cNvPr id="14" name="TextBox 13"/>
          <p:cNvSpPr txBox="1"/>
          <p:nvPr userDrawn="1"/>
        </p:nvSpPr>
        <p:spPr>
          <a:xfrm>
            <a:off x="8582254" y="9755"/>
            <a:ext cx="553357" cy="307777"/>
          </a:xfrm>
          <a:prstGeom prst="rect">
            <a:avLst/>
          </a:prstGeom>
          <a:noFill/>
        </p:spPr>
        <p:txBody>
          <a:bodyPr wrap="none" rtlCol="0">
            <a:spAutoFit/>
          </a:bodyPr>
          <a:lstStyle/>
          <a:p>
            <a:pPr rtl="0"/>
            <a:endParaRPr lang="en-US" sz="1400" b="1" dirty="0">
              <a:solidFill>
                <a:srgbClr val="0070C0"/>
              </a:solidFill>
              <a:latin typeface="David" panose="020E0502060401010101" pitchFamily="34" charset="-79"/>
              <a:cs typeface="David" panose="020E0502060401010101" pitchFamily="34" charset="-79"/>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lgn="l" rtl="0">
              <a:defRPr>
                <a:cs typeface="+mj-cs"/>
              </a:defRPr>
            </a:lvl1pPr>
          </a:lstStyle>
          <a:p>
            <a:r>
              <a:rPr kumimoji="0" lang="he-IL" dirty="0"/>
              <a:t>לחץ כדי לערוך סגנון כותרת של תבנית בסיס</a:t>
            </a:r>
            <a:endParaRPr kumimoji="0" lang="en-US" dirty="0"/>
          </a:p>
        </p:txBody>
      </p:sp>
      <p:sp>
        <p:nvSpPr>
          <p:cNvPr id="4" name="מציין מיקום של תאריך 3"/>
          <p:cNvSpPr>
            <a:spLocks noGrp="1"/>
          </p:cNvSpPr>
          <p:nvPr>
            <p:ph type="dt" sz="half" idx="10"/>
          </p:nvPr>
        </p:nvSpPr>
        <p:spPr/>
        <p:txBody>
          <a:bodyPr/>
          <a:lstStyle>
            <a:lvl1pPr algn="r" rtl="1">
              <a:defRPr/>
            </a:lvl1pPr>
          </a:lstStyle>
          <a:p>
            <a:fld id="{E52F2A8D-F84F-4DB7-9D64-87062BC457E6}" type="datetime8">
              <a:rPr lang="he-IL" smtClean="0"/>
              <a:t>19 אפריל 26</a:t>
            </a:fld>
            <a:endParaRPr lang="en-US" dirty="0"/>
          </a:p>
        </p:txBody>
      </p:sp>
      <p:sp>
        <p:nvSpPr>
          <p:cNvPr id="5" name="מציין מיקום של כותרת תחתונה 4"/>
          <p:cNvSpPr>
            <a:spLocks noGrp="1"/>
          </p:cNvSpPr>
          <p:nvPr>
            <p:ph type="ftr" sz="quarter" idx="11"/>
          </p:nvPr>
        </p:nvSpPr>
        <p:spPr/>
        <p:txBody>
          <a:bodyPr/>
          <a:lstStyle>
            <a:lvl1pPr algn="ctr" rtl="1">
              <a:defRPr/>
            </a:lvl1pPr>
          </a:lstStyle>
          <a:p>
            <a:r>
              <a:rPr lang="he-IL"/>
              <a:t>עיצוב ותכנות מונחה עצמים מתקדם</a:t>
            </a:r>
            <a:endParaRPr lang="en-US"/>
          </a:p>
        </p:txBody>
      </p:sp>
      <p:sp>
        <p:nvSpPr>
          <p:cNvPr id="6" name="מציין מיקום של מספר שקופית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מציין מיקום תוכן 7"/>
          <p:cNvSpPr>
            <a:spLocks noGrp="1"/>
          </p:cNvSpPr>
          <p:nvPr>
            <p:ph sz="quarter" idx="1"/>
          </p:nvPr>
        </p:nvSpPr>
        <p:spPr>
          <a:xfrm>
            <a:off x="457200" y="1219200"/>
            <a:ext cx="8229600" cy="4937760"/>
          </a:xfrm>
        </p:spPr>
        <p:txBody>
          <a:bodyPr/>
          <a:lstStyle>
            <a:lvl1pPr algn="l" rtl="0">
              <a:lnSpc>
                <a:spcPct val="100000"/>
              </a:lnSpc>
              <a:spcBef>
                <a:spcPts val="0"/>
              </a:spcBef>
              <a:defRPr>
                <a:latin typeface="Times New Roman" panose="02020603050405020304" pitchFamily="18" charset="0"/>
                <a:cs typeface="+mn-cs"/>
              </a:defRPr>
            </a:lvl1pPr>
            <a:lvl2pPr algn="l" rtl="0">
              <a:lnSpc>
                <a:spcPct val="100000"/>
              </a:lnSpc>
              <a:spcBef>
                <a:spcPts val="0"/>
              </a:spcBef>
              <a:defRPr>
                <a:latin typeface="Times New Roman" panose="02020603050405020304" pitchFamily="18" charset="0"/>
                <a:cs typeface="+mn-cs"/>
              </a:defRPr>
            </a:lvl2pPr>
            <a:lvl3pPr algn="l" rtl="0">
              <a:spcBef>
                <a:spcPts val="0"/>
              </a:spcBef>
              <a:defRPr>
                <a:latin typeface="Times New Roman" panose="02020603050405020304" pitchFamily="18" charset="0"/>
                <a:cs typeface="+mn-cs"/>
              </a:defRPr>
            </a:lvl3pPr>
            <a:lvl4pPr algn="l" rtl="0">
              <a:defRPr>
                <a:latin typeface="Times New Roman" panose="02020603050405020304" pitchFamily="18" charset="0"/>
                <a:cs typeface="+mn-cs"/>
              </a:defRPr>
            </a:lvl4pPr>
            <a:lvl5pPr algn="l" rtl="0">
              <a:defRPr>
                <a:latin typeface="Times New Roman" panose="02020603050405020304" pitchFamily="18" charset="0"/>
                <a:cs typeface="+mn-cs"/>
              </a:defRPr>
            </a:lvl5pPr>
          </a:lstStyle>
          <a:p>
            <a:pPr lvl="0" eaLnBrk="1" latinLnBrk="0" hangingPunct="1"/>
            <a:r>
              <a:rPr lang="he-IL" dirty="0"/>
              <a:t>לחץ כדי לערוך סגנונות טקסט של תבנית בסיס</a:t>
            </a:r>
          </a:p>
          <a:p>
            <a:pPr lvl="1" eaLnBrk="1" latinLnBrk="0" hangingPunct="1"/>
            <a:r>
              <a:rPr lang="he-IL" dirty="0"/>
              <a:t>רמה שנייה</a:t>
            </a:r>
          </a:p>
          <a:p>
            <a:pPr lvl="2" eaLnBrk="1" latinLnBrk="0" hangingPunct="1"/>
            <a:r>
              <a:rPr lang="he-IL" dirty="0"/>
              <a:t>רמה שלישית</a:t>
            </a:r>
          </a:p>
          <a:p>
            <a:pPr lvl="3" eaLnBrk="1" latinLnBrk="0" hangingPunct="1"/>
            <a:r>
              <a:rPr lang="he-IL" dirty="0"/>
              <a:t>רמה רביעית</a:t>
            </a:r>
          </a:p>
          <a:p>
            <a:pPr lvl="4" eaLnBrk="1" latinLnBrk="0" hangingPunct="1"/>
            <a:r>
              <a:rPr lang="he-IL" dirty="0"/>
              <a:t>רמה חמישית</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cs typeface="+mj-cs"/>
              </a:defRPr>
            </a:lvl1pPr>
          </a:lstStyle>
          <a:p>
            <a:r>
              <a:rPr kumimoji="0" lang="he-IL"/>
              <a:t>לחץ כדי לערוך סגנון כותרת של תבנית בסיס</a:t>
            </a:r>
            <a:endParaRPr kumimoji="0" lang="en-US" dirty="0"/>
          </a:p>
        </p:txBody>
      </p:sp>
      <p:sp>
        <p:nvSpPr>
          <p:cNvPr id="4" name="מציין מיקום של תאריך 3"/>
          <p:cNvSpPr>
            <a:spLocks noGrp="1"/>
          </p:cNvSpPr>
          <p:nvPr>
            <p:ph type="dt" sz="half" idx="10"/>
          </p:nvPr>
        </p:nvSpPr>
        <p:spPr/>
        <p:txBody>
          <a:bodyPr/>
          <a:lstStyle>
            <a:lvl1pPr algn="r" rtl="1">
              <a:defRPr/>
            </a:lvl1pPr>
          </a:lstStyle>
          <a:p>
            <a:fld id="{14979A35-478F-469A-B4EE-AAD4476B9C25}" type="datetime8">
              <a:rPr lang="he-IL" smtClean="0"/>
              <a:t>19 אפריל 26</a:t>
            </a:fld>
            <a:endParaRPr lang="en-US" dirty="0"/>
          </a:p>
        </p:txBody>
      </p:sp>
      <p:sp>
        <p:nvSpPr>
          <p:cNvPr id="5" name="מציין מיקום של כותרת תחתונה 4"/>
          <p:cNvSpPr>
            <a:spLocks noGrp="1"/>
          </p:cNvSpPr>
          <p:nvPr>
            <p:ph type="ftr" sz="quarter" idx="11"/>
          </p:nvPr>
        </p:nvSpPr>
        <p:spPr/>
        <p:txBody>
          <a:bodyPr/>
          <a:lstStyle>
            <a:lvl1pPr algn="ctr" rtl="1">
              <a:defRPr/>
            </a:lvl1pPr>
          </a:lstStyle>
          <a:p>
            <a:r>
              <a:rPr lang="he-IL"/>
              <a:t>עיצוב ותכנות מונחה עצמים מתקדם</a:t>
            </a:r>
            <a:endParaRPr lang="en-US"/>
          </a:p>
        </p:txBody>
      </p:sp>
      <p:sp>
        <p:nvSpPr>
          <p:cNvPr id="6" name="מציין מיקום של מספר שקופית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Tree>
    <p:extLst>
      <p:ext uri="{BB962C8B-B14F-4D97-AF65-F5344CB8AC3E}">
        <p14:creationId xmlns:p14="http://schemas.microsoft.com/office/powerpoint/2010/main" val="1368733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1">
        <a:schemeClr val="bg2"/>
      </p:bgRef>
    </p:bg>
    <p:spTree>
      <p:nvGrpSpPr>
        <p:cNvPr id="1" name=""/>
        <p:cNvGrpSpPr/>
        <p:nvPr/>
      </p:nvGrpSpPr>
      <p:grpSpPr>
        <a:xfrm>
          <a:off x="0" y="0"/>
          <a:ext cx="0" cy="0"/>
          <a:chOff x="0" y="0"/>
          <a:chExt cx="0" cy="0"/>
        </a:xfrm>
      </p:grpSpPr>
      <p:sp>
        <p:nvSpPr>
          <p:cNvPr id="2" name="כותרת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he-IL"/>
              <a:t>לחץ כדי לערוך סגנון כותרת של תבנית בסיס</a:t>
            </a:r>
            <a:endParaRPr kumimoji="0" lang="en-US"/>
          </a:p>
        </p:txBody>
      </p:sp>
      <p:sp>
        <p:nvSpPr>
          <p:cNvPr id="3" name="מציין מיקום טקסט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he-IL"/>
              <a:t>לחץ כדי לערוך סגנונות טקסט של תבנית בסיס</a:t>
            </a:r>
          </a:p>
        </p:txBody>
      </p:sp>
      <p:sp>
        <p:nvSpPr>
          <p:cNvPr id="4" name="מציין מיקום של תאריך 3"/>
          <p:cNvSpPr>
            <a:spLocks noGrp="1"/>
          </p:cNvSpPr>
          <p:nvPr>
            <p:ph type="dt" sz="half" idx="10"/>
          </p:nvPr>
        </p:nvSpPr>
        <p:spPr>
          <a:xfrm>
            <a:off x="6400800" y="6355080"/>
            <a:ext cx="2286000" cy="365760"/>
          </a:xfrm>
        </p:spPr>
        <p:txBody>
          <a:bodyPr/>
          <a:lstStyle/>
          <a:p>
            <a:pPr eaLnBrk="1" latinLnBrk="0" hangingPunct="1"/>
            <a:fld id="{A6F618EA-85C7-4032-809E-56DC41E66BAC}" type="datetime8">
              <a:rPr lang="he-IL" smtClean="0"/>
              <a:t>19 אפריל 26</a:t>
            </a:fld>
            <a:endParaRPr lang="en-US" dirty="0"/>
          </a:p>
        </p:txBody>
      </p:sp>
      <p:sp>
        <p:nvSpPr>
          <p:cNvPr id="5" name="מציין מיקום של כותרת תחתונה 4"/>
          <p:cNvSpPr>
            <a:spLocks noGrp="1"/>
          </p:cNvSpPr>
          <p:nvPr>
            <p:ph type="ftr" sz="quarter" idx="11"/>
          </p:nvPr>
        </p:nvSpPr>
        <p:spPr>
          <a:xfrm>
            <a:off x="2898648" y="6355080"/>
            <a:ext cx="3474720" cy="365760"/>
          </a:xfrm>
        </p:spPr>
        <p:txBody>
          <a:bodyPr/>
          <a:lstStyle/>
          <a:p>
            <a:r>
              <a:rPr kumimoji="0" lang="he-IL"/>
              <a:t>עיצוב ותכנות מונחה עצמים מתקדם</a:t>
            </a:r>
            <a:endParaRPr kumimoji="0" lang="en-US" dirty="0"/>
          </a:p>
        </p:txBody>
      </p:sp>
      <p:sp>
        <p:nvSpPr>
          <p:cNvPr id="6" name="מציין מיקום של מספר שקופית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eaLnBrk="1" latinLnBrk="0" hangingPunct="1"/>
              <a:t>‹#›</a:t>
            </a:fld>
            <a:endParaRPr kumimoji="0" lang="en-US" dirty="0"/>
          </a:p>
        </p:txBody>
      </p:sp>
      <p:sp>
        <p:nvSpPr>
          <p:cNvPr id="7" name="מלבן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מלבן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28600"/>
            <a:ext cx="8229600" cy="914400"/>
          </a:xfrm>
        </p:spPr>
        <p:txBody>
          <a:bodyPr/>
          <a:lstStyle/>
          <a:p>
            <a:r>
              <a:rPr kumimoji="0" lang="he-IL"/>
              <a:t>לחץ כדי לערוך סגנון כותרת של תבנית בסיס</a:t>
            </a:r>
            <a:endParaRPr kumimoji="0" lang="en-US"/>
          </a:p>
        </p:txBody>
      </p:sp>
      <p:sp>
        <p:nvSpPr>
          <p:cNvPr id="5" name="מציין מיקום של תאריך 4"/>
          <p:cNvSpPr>
            <a:spLocks noGrp="1"/>
          </p:cNvSpPr>
          <p:nvPr>
            <p:ph type="dt" sz="half" idx="10"/>
          </p:nvPr>
        </p:nvSpPr>
        <p:spPr/>
        <p:txBody>
          <a:bodyPr/>
          <a:lstStyle/>
          <a:p>
            <a:pPr eaLnBrk="1" latinLnBrk="0" hangingPunct="1"/>
            <a:fld id="{1C73818F-B776-4FC0-8D80-7A9A514724CE}" type="datetime8">
              <a:rPr lang="he-IL" smtClean="0"/>
              <a:t>19 אפריל 26</a:t>
            </a:fld>
            <a:endParaRPr lang="en-US"/>
          </a:p>
        </p:txBody>
      </p:sp>
      <p:sp>
        <p:nvSpPr>
          <p:cNvPr id="6" name="מציין מיקום של כותרת תחתונה 5"/>
          <p:cNvSpPr>
            <a:spLocks noGrp="1"/>
          </p:cNvSpPr>
          <p:nvPr>
            <p:ph type="ftr" sz="quarter" idx="11"/>
          </p:nvPr>
        </p:nvSpPr>
        <p:spPr/>
        <p:txBody>
          <a:bodyPr/>
          <a:lstStyle/>
          <a:p>
            <a:r>
              <a:rPr kumimoji="0" lang="he-IL"/>
              <a:t>עיצוב ותכנות מונחה עצמים מתקדם</a:t>
            </a:r>
            <a:endParaRPr kumimoji="0" lang="en-US"/>
          </a:p>
        </p:txBody>
      </p:sp>
      <p:sp>
        <p:nvSpPr>
          <p:cNvPr id="7" name="מציין מיקום של מספר שקופית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מציין מיקום תוכן 8"/>
          <p:cNvSpPr>
            <a:spLocks noGrp="1"/>
          </p:cNvSpPr>
          <p:nvPr>
            <p:ph sz="quarter" idx="1"/>
          </p:nvPr>
        </p:nvSpPr>
        <p:spPr>
          <a:xfrm>
            <a:off x="457200" y="1219200"/>
            <a:ext cx="4041648" cy="4937760"/>
          </a:xfrm>
        </p:spPr>
        <p:txBody>
          <a:bodyPr/>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11" name="מציין מיקום תוכן 10"/>
          <p:cNvSpPr>
            <a:spLocks noGrp="1"/>
          </p:cNvSpPr>
          <p:nvPr>
            <p:ph sz="quarter" idx="2"/>
          </p:nvPr>
        </p:nvSpPr>
        <p:spPr>
          <a:xfrm>
            <a:off x="4632198" y="1216152"/>
            <a:ext cx="4041648" cy="4937760"/>
          </a:xfrm>
        </p:spPr>
        <p:txBody>
          <a:bodyPr/>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28600"/>
            <a:ext cx="8229600" cy="914400"/>
          </a:xfrm>
        </p:spPr>
        <p:txBody>
          <a:bodyPr anchor="ctr"/>
          <a:lstStyle>
            <a:lvl1pPr>
              <a:defRPr/>
            </a:lvl1pPr>
          </a:lstStyle>
          <a:p>
            <a:r>
              <a:rPr kumimoji="0" lang="he-IL"/>
              <a:t>לחץ כדי לערוך סגנון כותרת של תבנית בסיס</a:t>
            </a:r>
            <a:endParaRPr kumimoji="0" lang="en-US"/>
          </a:p>
        </p:txBody>
      </p:sp>
      <p:sp>
        <p:nvSpPr>
          <p:cNvPr id="3" name="מציין מיקום טקסט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he-IL"/>
              <a:t>לחץ כדי לערוך סגנונות טקסט של תבנית בסיס</a:t>
            </a:r>
          </a:p>
        </p:txBody>
      </p:sp>
      <p:sp>
        <p:nvSpPr>
          <p:cNvPr id="4" name="מציין מיקום טקסט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he-IL"/>
              <a:t>לחץ כדי לערוך סגנונות טקסט של תבנית בסיס</a:t>
            </a:r>
          </a:p>
        </p:txBody>
      </p:sp>
      <p:sp>
        <p:nvSpPr>
          <p:cNvPr id="7" name="מציין מיקום של תאריך 6"/>
          <p:cNvSpPr>
            <a:spLocks noGrp="1"/>
          </p:cNvSpPr>
          <p:nvPr>
            <p:ph type="dt" sz="half" idx="10"/>
          </p:nvPr>
        </p:nvSpPr>
        <p:spPr/>
        <p:txBody>
          <a:bodyPr/>
          <a:lstStyle>
            <a:lvl1pPr algn="r">
              <a:defRPr/>
            </a:lvl1pPr>
          </a:lstStyle>
          <a:p>
            <a:fld id="{DD8DE3BA-E6EE-4622-8870-52A321C05063}" type="datetime8">
              <a:rPr lang="he-IL" smtClean="0"/>
              <a:t>19 אפריל 26</a:t>
            </a:fld>
            <a:endParaRPr lang="en-US"/>
          </a:p>
        </p:txBody>
      </p:sp>
      <p:sp>
        <p:nvSpPr>
          <p:cNvPr id="8" name="מציין מיקום של כותרת תחתונה 7"/>
          <p:cNvSpPr>
            <a:spLocks noGrp="1"/>
          </p:cNvSpPr>
          <p:nvPr>
            <p:ph type="ftr" sz="quarter" idx="11"/>
          </p:nvPr>
        </p:nvSpPr>
        <p:spPr/>
        <p:txBody>
          <a:bodyPr/>
          <a:lstStyle>
            <a:lvl1pPr algn="ctr">
              <a:defRPr/>
            </a:lvl1pPr>
          </a:lstStyle>
          <a:p>
            <a:r>
              <a:rPr lang="he-IL"/>
              <a:t>עיצוב ותכנות מונחה עצמים מתקדם</a:t>
            </a:r>
            <a:endParaRPr lang="en-US"/>
          </a:p>
        </p:txBody>
      </p:sp>
      <p:sp>
        <p:nvSpPr>
          <p:cNvPr id="9" name="מציין מיקום של מספר שקופית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מציין מיקום תוכן 10"/>
          <p:cNvSpPr>
            <a:spLocks noGrp="1"/>
          </p:cNvSpPr>
          <p:nvPr>
            <p:ph sz="quarter" idx="2"/>
          </p:nvPr>
        </p:nvSpPr>
        <p:spPr>
          <a:xfrm>
            <a:off x="457200" y="2133600"/>
            <a:ext cx="4038600" cy="4038600"/>
          </a:xfrm>
        </p:spPr>
        <p:txBody>
          <a:bodyPr/>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13" name="מציין מיקום תוכן 12"/>
          <p:cNvSpPr>
            <a:spLocks noGrp="1"/>
          </p:cNvSpPr>
          <p:nvPr>
            <p:ph sz="quarter" idx="4"/>
          </p:nvPr>
        </p:nvSpPr>
        <p:spPr>
          <a:xfrm>
            <a:off x="4648200" y="2133600"/>
            <a:ext cx="4038600" cy="4038600"/>
          </a:xfrm>
        </p:spPr>
        <p:txBody>
          <a:bodyPr/>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רק תת-כותרת במרכז">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eaLnBrk="1" latinLnBrk="0" hangingPunct="1"/>
            <a:fld id="{39F3D3C9-9947-46BA-A4A2-5942CC78B46E}" type="datetime8">
              <a:rPr lang="he-IL" smtClean="0"/>
              <a:t>19 אפריל 26</a:t>
            </a:fld>
            <a:endParaRPr lang="en-US"/>
          </a:p>
        </p:txBody>
      </p:sp>
      <p:sp>
        <p:nvSpPr>
          <p:cNvPr id="3" name="מציין מיקום של כותרת תחתונה 2"/>
          <p:cNvSpPr>
            <a:spLocks noGrp="1"/>
          </p:cNvSpPr>
          <p:nvPr>
            <p:ph type="ftr" sz="quarter" idx="11"/>
          </p:nvPr>
        </p:nvSpPr>
        <p:spPr/>
        <p:txBody>
          <a:bodyPr/>
          <a:lstStyle/>
          <a:p>
            <a:r>
              <a:rPr kumimoji="0" lang="he-IL"/>
              <a:t>עיצוב ותכנות מונחה עצמים מתקדם</a:t>
            </a:r>
            <a:endParaRPr kumimoji="0" lang="en-US"/>
          </a:p>
        </p:txBody>
      </p:sp>
      <p:sp>
        <p:nvSpPr>
          <p:cNvPr id="4" name="מציין מיקום של מספר שקופית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מחבר ישר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משולש שווה שוקיים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כותרת 1"/>
          <p:cNvSpPr>
            <a:spLocks noGrp="1"/>
          </p:cNvSpPr>
          <p:nvPr>
            <p:ph type="title"/>
          </p:nvPr>
        </p:nvSpPr>
        <p:spPr>
          <a:xfrm>
            <a:off x="457200" y="2586608"/>
            <a:ext cx="8229600" cy="914400"/>
          </a:xfrm>
          <a:solidFill>
            <a:schemeClr val="bg1">
              <a:lumMod val="95000"/>
            </a:schemeClr>
          </a:solidFill>
          <a:ln w="28575">
            <a:solidFill>
              <a:schemeClr val="tx1"/>
            </a:solidFill>
          </a:ln>
          <a:effectLst>
            <a:glow rad="228600">
              <a:schemeClr val="accent5">
                <a:satMod val="175000"/>
                <a:alpha val="40000"/>
              </a:schemeClr>
            </a:glow>
          </a:effectLst>
        </p:spPr>
        <p:txBody>
          <a:bodyPr anchor="ctr"/>
          <a:lstStyle>
            <a:lvl1pPr algn="ctr">
              <a:defRPr b="1"/>
            </a:lvl1pPr>
          </a:lstStyle>
          <a:p>
            <a:r>
              <a:rPr kumimoji="0" lang="he-IL"/>
              <a:t>לחץ כדי לערוך סגנון כותרת של תבנית בסיס</a:t>
            </a:r>
            <a:endParaRPr kumimoji="0" lang="en-US" dirty="0"/>
          </a:p>
        </p:txBody>
      </p:sp>
      <p:pic>
        <p:nvPicPr>
          <p:cNvPr id="8" name="תמונה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0" y="8389"/>
            <a:ext cx="1113676" cy="530939"/>
          </a:xfrm>
          <a:prstGeom prst="rect">
            <a:avLst/>
          </a:prstGeom>
        </p:spPr>
      </p:pic>
      <p:sp>
        <p:nvSpPr>
          <p:cNvPr id="9" name="TextBox 8"/>
          <p:cNvSpPr txBox="1"/>
          <p:nvPr/>
        </p:nvSpPr>
        <p:spPr>
          <a:xfrm>
            <a:off x="8582254" y="9755"/>
            <a:ext cx="553357" cy="307777"/>
          </a:xfrm>
          <a:prstGeom prst="rect">
            <a:avLst/>
          </a:prstGeom>
          <a:noFill/>
        </p:spPr>
        <p:txBody>
          <a:bodyPr wrap="none" rtlCol="0">
            <a:spAutoFit/>
          </a:bodyPr>
          <a:lstStyle/>
          <a:p>
            <a:pPr rtl="0"/>
            <a:endParaRPr lang="en-US" sz="1400" b="1" dirty="0">
              <a:solidFill>
                <a:srgbClr val="0070C0"/>
              </a:solidFill>
              <a:latin typeface="David" panose="020E0502060401010101" pitchFamily="34" charset="-79"/>
              <a:cs typeface="David" panose="020E0502060401010101" pitchFamily="34" charset="-79"/>
            </a:endParaRPr>
          </a:p>
        </p:txBody>
      </p:sp>
      <p:pic>
        <p:nvPicPr>
          <p:cNvPr id="10" name="תמונה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0" y="8389"/>
            <a:ext cx="1113676" cy="530939"/>
          </a:xfrm>
          <a:prstGeom prst="rect">
            <a:avLst/>
          </a:prstGeom>
        </p:spPr>
      </p:pic>
      <p:sp>
        <p:nvSpPr>
          <p:cNvPr id="11" name="TextBox 10"/>
          <p:cNvSpPr txBox="1"/>
          <p:nvPr userDrawn="1"/>
        </p:nvSpPr>
        <p:spPr>
          <a:xfrm>
            <a:off x="8582254" y="9755"/>
            <a:ext cx="553357" cy="307777"/>
          </a:xfrm>
          <a:prstGeom prst="rect">
            <a:avLst/>
          </a:prstGeom>
          <a:noFill/>
        </p:spPr>
        <p:txBody>
          <a:bodyPr wrap="none" rtlCol="0">
            <a:spAutoFit/>
          </a:bodyPr>
          <a:lstStyle/>
          <a:p>
            <a:pPr rtl="0"/>
            <a:endParaRPr lang="en-US" sz="1400" b="1" dirty="0">
              <a:solidFill>
                <a:srgbClr val="0070C0"/>
              </a:solidFill>
              <a:latin typeface="David" panose="020E0502060401010101" pitchFamily="34" charset="-79"/>
              <a:cs typeface="David" panose="020E0502060401010101" pitchFamily="34" charset="-79"/>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eaLnBrk="1" latinLnBrk="0" hangingPunct="1"/>
            <a:fld id="{FAC4B7A0-DDDC-449E-882B-A83F5A688599}" type="datetime8">
              <a:rPr lang="he-IL" smtClean="0"/>
              <a:t>19 אפריל 26</a:t>
            </a:fld>
            <a:endParaRPr lang="en-US"/>
          </a:p>
        </p:txBody>
      </p:sp>
      <p:sp>
        <p:nvSpPr>
          <p:cNvPr id="3" name="מציין מיקום של כותרת תחתונה 2"/>
          <p:cNvSpPr>
            <a:spLocks noGrp="1"/>
          </p:cNvSpPr>
          <p:nvPr>
            <p:ph type="ftr" sz="quarter" idx="11"/>
          </p:nvPr>
        </p:nvSpPr>
        <p:spPr/>
        <p:txBody>
          <a:bodyPr/>
          <a:lstStyle/>
          <a:p>
            <a:r>
              <a:rPr kumimoji="0" lang="he-IL"/>
              <a:t>עיצוב ותכנות מונחה עצמים מתקדם</a:t>
            </a:r>
            <a:endParaRPr kumimoji="0" lang="en-US"/>
          </a:p>
        </p:txBody>
      </p:sp>
      <p:sp>
        <p:nvSpPr>
          <p:cNvPr id="4" name="מציין מיקום של מספר שקופית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מחבר ישר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משולש שווה שוקיים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תמונה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0" y="8389"/>
            <a:ext cx="1113676" cy="530939"/>
          </a:xfrm>
          <a:prstGeom prst="rect">
            <a:avLst/>
          </a:prstGeom>
        </p:spPr>
      </p:pic>
      <p:sp>
        <p:nvSpPr>
          <p:cNvPr id="8" name="TextBox 7"/>
          <p:cNvSpPr txBox="1"/>
          <p:nvPr/>
        </p:nvSpPr>
        <p:spPr>
          <a:xfrm>
            <a:off x="8582254" y="9755"/>
            <a:ext cx="553357" cy="307777"/>
          </a:xfrm>
          <a:prstGeom prst="rect">
            <a:avLst/>
          </a:prstGeom>
          <a:noFill/>
        </p:spPr>
        <p:txBody>
          <a:bodyPr wrap="none" rtlCol="0">
            <a:spAutoFit/>
          </a:bodyPr>
          <a:lstStyle/>
          <a:p>
            <a:pPr rtl="0"/>
            <a:endParaRPr lang="en-US" sz="1400" b="1" dirty="0">
              <a:solidFill>
                <a:srgbClr val="0070C0"/>
              </a:solidFill>
              <a:latin typeface="David" panose="020E0502060401010101" pitchFamily="34" charset="-79"/>
              <a:cs typeface="David" panose="020E0502060401010101" pitchFamily="34" charset="-79"/>
            </a:endParaRPr>
          </a:p>
        </p:txBody>
      </p:sp>
      <p:pic>
        <p:nvPicPr>
          <p:cNvPr id="9" name="תמונה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0" y="8389"/>
            <a:ext cx="1113676" cy="530939"/>
          </a:xfrm>
          <a:prstGeom prst="rect">
            <a:avLst/>
          </a:prstGeom>
        </p:spPr>
      </p:pic>
      <p:sp>
        <p:nvSpPr>
          <p:cNvPr id="10" name="TextBox 9"/>
          <p:cNvSpPr txBox="1"/>
          <p:nvPr userDrawn="1"/>
        </p:nvSpPr>
        <p:spPr>
          <a:xfrm>
            <a:off x="8582254" y="9755"/>
            <a:ext cx="553357" cy="307777"/>
          </a:xfrm>
          <a:prstGeom prst="rect">
            <a:avLst/>
          </a:prstGeom>
          <a:noFill/>
        </p:spPr>
        <p:txBody>
          <a:bodyPr wrap="none" rtlCol="0">
            <a:spAutoFit/>
          </a:bodyPr>
          <a:lstStyle/>
          <a:p>
            <a:pPr rtl="0"/>
            <a:endParaRPr lang="en-US" sz="1400" b="1" dirty="0">
              <a:solidFill>
                <a:srgbClr val="0070C0"/>
              </a:solidFill>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2637252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he-IL"/>
              <a:t>לחץ כדי לערוך סגנון כותרת של תבנית בסיס</a:t>
            </a:r>
            <a:endParaRPr kumimoji="0" lang="en-US"/>
          </a:p>
        </p:txBody>
      </p:sp>
      <p:sp>
        <p:nvSpPr>
          <p:cNvPr id="3" name="מציין מיקום טקסט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pPr eaLnBrk="1" latinLnBrk="0" hangingPunct="1"/>
            <a:fld id="{BC5D13D5-DB53-4A6A-A9B8-72DD8664FD0E}" type="datetime8">
              <a:rPr lang="he-IL" smtClean="0"/>
              <a:t>19 אפריל 26</a:t>
            </a:fld>
            <a:endParaRPr lang="en-US"/>
          </a:p>
        </p:txBody>
      </p:sp>
      <p:sp>
        <p:nvSpPr>
          <p:cNvPr id="6" name="מציין מיקום של כותרת תחתונה 5"/>
          <p:cNvSpPr>
            <a:spLocks noGrp="1"/>
          </p:cNvSpPr>
          <p:nvPr>
            <p:ph type="ftr" sz="quarter" idx="11"/>
          </p:nvPr>
        </p:nvSpPr>
        <p:spPr/>
        <p:txBody>
          <a:bodyPr/>
          <a:lstStyle/>
          <a:p>
            <a:r>
              <a:rPr kumimoji="0" lang="he-IL"/>
              <a:t>עיצוב ותכנות מונחה עצמים מתקדם</a:t>
            </a:r>
            <a:endParaRPr kumimoji="0" lang="en-US"/>
          </a:p>
        </p:txBody>
      </p:sp>
      <p:sp>
        <p:nvSpPr>
          <p:cNvPr id="7" name="מציין מיקום של מספר שקופית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מחבר ישר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מחבר ישר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משולש שווה שוקיים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מציין מיקום תוכן 11"/>
          <p:cNvSpPr>
            <a:spLocks noGrp="1"/>
          </p:cNvSpPr>
          <p:nvPr>
            <p:ph sz="quarter" idx="1"/>
          </p:nvPr>
        </p:nvSpPr>
        <p:spPr>
          <a:xfrm>
            <a:off x="304800" y="304800"/>
            <a:ext cx="5715000" cy="5715000"/>
          </a:xfrm>
        </p:spPr>
        <p:txBody>
          <a:bodyPr/>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bg>
      <p:bgRef idx="1001">
        <a:schemeClr val="bg2"/>
      </p:bgRef>
    </p:bg>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he-IL"/>
              <a:t>לחץ כדי לערוך סגנון כותרת של תבנית בסיס</a:t>
            </a:r>
            <a:endParaRPr kumimoji="0" lang="en-US"/>
          </a:p>
        </p:txBody>
      </p:sp>
      <p:sp>
        <p:nvSpPr>
          <p:cNvPr id="3" name="מציין מיקום של תמונה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he-IL"/>
              <a:t>לחץ על הסמל כדי להוסיף תמונה</a:t>
            </a:r>
            <a:endParaRPr kumimoji="0" lang="en-US" dirty="0"/>
          </a:p>
        </p:txBody>
      </p:sp>
      <p:sp>
        <p:nvSpPr>
          <p:cNvPr id="4" name="מציין מיקום טקסט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pPr eaLnBrk="1" latinLnBrk="0" hangingPunct="1"/>
            <a:fld id="{8C61F3FB-A76D-40D8-94B4-65EDC4D5B189}" type="datetime8">
              <a:rPr lang="he-IL" smtClean="0"/>
              <a:t>19 אפריל 26</a:t>
            </a:fld>
            <a:endParaRPr lang="en-US"/>
          </a:p>
        </p:txBody>
      </p:sp>
      <p:sp>
        <p:nvSpPr>
          <p:cNvPr id="6" name="מציין מיקום של כותרת תחתונה 5"/>
          <p:cNvSpPr>
            <a:spLocks noGrp="1"/>
          </p:cNvSpPr>
          <p:nvPr>
            <p:ph type="ftr" sz="quarter" idx="11"/>
          </p:nvPr>
        </p:nvSpPr>
        <p:spPr/>
        <p:txBody>
          <a:bodyPr/>
          <a:lstStyle/>
          <a:p>
            <a:r>
              <a:rPr kumimoji="0" lang="he-IL"/>
              <a:t>עיצוב ותכנות מונחה עצמים מתקדם</a:t>
            </a:r>
            <a:endParaRPr kumimoji="0" lang="en-US"/>
          </a:p>
        </p:txBody>
      </p:sp>
      <p:sp>
        <p:nvSpPr>
          <p:cNvPr id="7" name="מציין מיקום של מספר שקופית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מחבר ישר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משולש שווה שוקיים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מלבן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kumimoji="0" lang="he-IL"/>
              <a:t>לחץ כדי לערוך סגנון כותרת של תבנית בסיס</a:t>
            </a:r>
            <a:endParaRPr kumimoji="0" lang="en-US"/>
          </a:p>
        </p:txBody>
      </p:sp>
      <p:sp>
        <p:nvSpPr>
          <p:cNvPr id="3" name="מציין מיקום של טקסט אנכי 2"/>
          <p:cNvSpPr>
            <a:spLocks noGrp="1"/>
          </p:cNvSpPr>
          <p:nvPr>
            <p:ph type="body" orient="vert" idx="1"/>
          </p:nvPr>
        </p:nvSpPr>
        <p:spPr/>
        <p:txBody>
          <a:bodyPr vert="eaVer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4" name="מציין מיקום של תאריך 3"/>
          <p:cNvSpPr>
            <a:spLocks noGrp="1"/>
          </p:cNvSpPr>
          <p:nvPr>
            <p:ph type="dt" sz="half" idx="10"/>
          </p:nvPr>
        </p:nvSpPr>
        <p:spPr/>
        <p:txBody>
          <a:bodyPr/>
          <a:lstStyle/>
          <a:p>
            <a:pPr eaLnBrk="1" latinLnBrk="0" hangingPunct="1"/>
            <a:fld id="{4C74F814-F73A-4AEF-89EE-F461516236E0}" type="datetime8">
              <a:rPr lang="he-IL" smtClean="0"/>
              <a:t>19 אפריל 26</a:t>
            </a:fld>
            <a:endParaRPr lang="en-US"/>
          </a:p>
        </p:txBody>
      </p:sp>
      <p:sp>
        <p:nvSpPr>
          <p:cNvPr id="5" name="מציין מיקום של כותרת תחתונה 4"/>
          <p:cNvSpPr>
            <a:spLocks noGrp="1"/>
          </p:cNvSpPr>
          <p:nvPr>
            <p:ph type="ftr" sz="quarter" idx="11"/>
          </p:nvPr>
        </p:nvSpPr>
        <p:spPr/>
        <p:txBody>
          <a:bodyPr/>
          <a:lstStyle/>
          <a:p>
            <a:r>
              <a:rPr kumimoji="0" lang="he-IL"/>
              <a:t>עיצוב ותכנות מונחה עצמים מתקדם</a:t>
            </a:r>
            <a:endParaRPr kumimoji="0" lang="en-US"/>
          </a:p>
        </p:txBody>
      </p:sp>
      <p:sp>
        <p:nvSpPr>
          <p:cNvPr id="6" name="מציין מיקום של מספר שקופית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kumimoji="0" lang="he-IL"/>
              <a:t>לחץ כדי לערוך סגנון כותרת של תבנית בסיס</a:t>
            </a:r>
            <a:endParaRPr kumimoji="0" lang="en-US"/>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eaLnBrk="1" latinLnBrk="0" hangingPunct="1"/>
            <a:r>
              <a:rPr lang="he-IL"/>
              <a:t>לחץ כדי לערוך סגנונות טקסט של תבנית בסיס</a:t>
            </a:r>
          </a:p>
          <a:p>
            <a:pPr lvl="1" eaLnBrk="1" latinLnBrk="0" hangingPunct="1"/>
            <a:r>
              <a:rPr lang="he-IL"/>
              <a:t>רמה שנייה</a:t>
            </a:r>
          </a:p>
          <a:p>
            <a:pPr lvl="2" eaLnBrk="1" latinLnBrk="0" hangingPunct="1"/>
            <a:r>
              <a:rPr lang="he-IL"/>
              <a:t>רמה שלישית</a:t>
            </a:r>
          </a:p>
          <a:p>
            <a:pPr lvl="3" eaLnBrk="1" latinLnBrk="0" hangingPunct="1"/>
            <a:r>
              <a:rPr lang="he-IL"/>
              <a:t>רמה רביעית</a:t>
            </a:r>
          </a:p>
          <a:p>
            <a:pPr lvl="4" eaLnBrk="1" latinLnBrk="0" hangingPunct="1"/>
            <a:r>
              <a:rPr lang="he-IL"/>
              <a:t>רמה חמישית</a:t>
            </a:r>
            <a:endParaRPr kumimoji="0" lang="en-US"/>
          </a:p>
        </p:txBody>
      </p:sp>
      <p:sp>
        <p:nvSpPr>
          <p:cNvPr id="4" name="מציין מיקום של תאריך 3"/>
          <p:cNvSpPr>
            <a:spLocks noGrp="1"/>
          </p:cNvSpPr>
          <p:nvPr>
            <p:ph type="dt" sz="half" idx="10"/>
          </p:nvPr>
        </p:nvSpPr>
        <p:spPr/>
        <p:txBody>
          <a:bodyPr/>
          <a:lstStyle/>
          <a:p>
            <a:pPr eaLnBrk="1" latinLnBrk="0" hangingPunct="1"/>
            <a:fld id="{209A67BC-74AC-4941-95A1-20F16F0CAC27}" type="datetime8">
              <a:rPr lang="he-IL" smtClean="0"/>
              <a:t>19 אפריל 26</a:t>
            </a:fld>
            <a:endParaRPr lang="en-US"/>
          </a:p>
        </p:txBody>
      </p:sp>
      <p:sp>
        <p:nvSpPr>
          <p:cNvPr id="5" name="מציין מיקום של כותרת תחתונה 4"/>
          <p:cNvSpPr>
            <a:spLocks noGrp="1"/>
          </p:cNvSpPr>
          <p:nvPr>
            <p:ph type="ftr" sz="quarter" idx="11"/>
          </p:nvPr>
        </p:nvSpPr>
        <p:spPr/>
        <p:txBody>
          <a:bodyPr/>
          <a:lstStyle/>
          <a:p>
            <a:r>
              <a:rPr kumimoji="0" lang="he-IL"/>
              <a:t>עיצוב ותכנות מונחה עצמים מתקדם</a:t>
            </a:r>
            <a:endParaRPr kumimoji="0" lang="en-US"/>
          </a:p>
        </p:txBody>
      </p:sp>
      <p:sp>
        <p:nvSpPr>
          <p:cNvPr id="6" name="מציין מיקום של מספר שקופית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מחבר ישר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משולש שווה שוקיים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מחבר ישר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מציין מיקום של כותרת 21"/>
          <p:cNvSpPr>
            <a:spLocks noGrp="1"/>
          </p:cNvSpPr>
          <p:nvPr>
            <p:ph type="title"/>
          </p:nvPr>
        </p:nvSpPr>
        <p:spPr>
          <a:xfrm>
            <a:off x="457200" y="152400"/>
            <a:ext cx="8229600" cy="990600"/>
          </a:xfrm>
          <a:prstGeom prst="rect">
            <a:avLst/>
          </a:prstGeom>
        </p:spPr>
        <p:txBody>
          <a:bodyPr vert="horz" anchor="b" anchorCtr="0">
            <a:normAutofit/>
          </a:bodyPr>
          <a:lstStyle/>
          <a:p>
            <a:r>
              <a:rPr kumimoji="0" lang="he-IL"/>
              <a:t>לחץ כדי לערוך סגנון כותרת של תבנית בסיס</a:t>
            </a:r>
            <a:endParaRPr kumimoji="0" lang="en-US"/>
          </a:p>
        </p:txBody>
      </p:sp>
      <p:sp>
        <p:nvSpPr>
          <p:cNvPr id="13" name="מציין מיקום טקסט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he-IL" dirty="0"/>
              <a:t>לחץ כדי לערוך סגנונות טקסט של תבנית בסיס</a:t>
            </a:r>
          </a:p>
          <a:p>
            <a:pPr lvl="1" eaLnBrk="1" latinLnBrk="0" hangingPunct="1"/>
            <a:r>
              <a:rPr kumimoji="0" lang="he-IL" dirty="0"/>
              <a:t>רמה שנייה</a:t>
            </a:r>
          </a:p>
          <a:p>
            <a:pPr lvl="2" eaLnBrk="1" latinLnBrk="0" hangingPunct="1"/>
            <a:r>
              <a:rPr kumimoji="0" lang="he-IL" dirty="0"/>
              <a:t>רמה שלישית</a:t>
            </a:r>
          </a:p>
          <a:p>
            <a:pPr lvl="3" eaLnBrk="1" latinLnBrk="0" hangingPunct="1"/>
            <a:r>
              <a:rPr kumimoji="0" lang="he-IL" dirty="0"/>
              <a:t>רמה רביעית</a:t>
            </a:r>
          </a:p>
          <a:p>
            <a:pPr lvl="4" eaLnBrk="1" latinLnBrk="0" hangingPunct="1"/>
            <a:r>
              <a:rPr kumimoji="0" lang="he-IL" dirty="0"/>
              <a:t>רמה חמישית</a:t>
            </a:r>
            <a:endParaRPr kumimoji="0" lang="en-US" dirty="0"/>
          </a:p>
        </p:txBody>
      </p:sp>
      <p:sp>
        <p:nvSpPr>
          <p:cNvPr id="14" name="מציין מיקום של תאריך 13"/>
          <p:cNvSpPr>
            <a:spLocks noGrp="1"/>
          </p:cNvSpPr>
          <p:nvPr>
            <p:ph type="dt" sz="half" idx="2"/>
          </p:nvPr>
        </p:nvSpPr>
        <p:spPr>
          <a:xfrm>
            <a:off x="6400800" y="6356350"/>
            <a:ext cx="2289048" cy="365760"/>
          </a:xfrm>
          <a:prstGeom prst="rect">
            <a:avLst/>
          </a:prstGeom>
        </p:spPr>
        <p:txBody>
          <a:bodyPr vert="horz"/>
          <a:lstStyle>
            <a:lvl1pPr algn="r" eaLnBrk="1" latinLnBrk="0" hangingPunct="1">
              <a:defRPr kumimoji="0" sz="1400">
                <a:solidFill>
                  <a:schemeClr val="tx2"/>
                </a:solidFill>
              </a:defRPr>
            </a:lvl1pPr>
          </a:lstStyle>
          <a:p>
            <a:fld id="{DF7AB3BE-1124-418F-913C-2D9831F1279D}" type="datetime8">
              <a:rPr lang="he-IL" smtClean="0"/>
              <a:t>19 אפריל 26</a:t>
            </a:fld>
            <a:endParaRPr lang="en-US" dirty="0"/>
          </a:p>
        </p:txBody>
      </p:sp>
      <p:sp>
        <p:nvSpPr>
          <p:cNvPr id="3" name="מציין מיקום של כותרת תחתונה 2"/>
          <p:cNvSpPr>
            <a:spLocks noGrp="1"/>
          </p:cNvSpPr>
          <p:nvPr>
            <p:ph type="ftr" sz="quarter" idx="3"/>
          </p:nvPr>
        </p:nvSpPr>
        <p:spPr>
          <a:xfrm>
            <a:off x="2898648" y="6356350"/>
            <a:ext cx="3505200" cy="365760"/>
          </a:xfrm>
          <a:prstGeom prst="rect">
            <a:avLst/>
          </a:prstGeom>
        </p:spPr>
        <p:txBody>
          <a:bodyPr vert="horz"/>
          <a:lstStyle>
            <a:lvl1pPr algn="ctr" eaLnBrk="1" latinLnBrk="0" hangingPunct="1">
              <a:defRPr kumimoji="0" sz="1400">
                <a:solidFill>
                  <a:schemeClr val="tx2"/>
                </a:solidFill>
              </a:defRPr>
            </a:lvl1pPr>
          </a:lstStyle>
          <a:p>
            <a:r>
              <a:rPr lang="he-IL"/>
              <a:t>עיצוב ותכנות מונחה עצמים מתקדם</a:t>
            </a:r>
            <a:endParaRPr lang="en-US" dirty="0"/>
          </a:p>
        </p:txBody>
      </p:sp>
      <p:sp>
        <p:nvSpPr>
          <p:cNvPr id="23" name="מציין מיקום של מספר שקופית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מחבר ישר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מחבר ישר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משולש שווה שוקיים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תמונה 10"/>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940" y="8389"/>
            <a:ext cx="1113676" cy="530939"/>
          </a:xfrm>
          <a:prstGeom prst="rect">
            <a:avLst/>
          </a:prstGeom>
        </p:spPr>
      </p:pic>
      <p:sp>
        <p:nvSpPr>
          <p:cNvPr id="2" name="TextBox 1"/>
          <p:cNvSpPr txBox="1"/>
          <p:nvPr/>
        </p:nvSpPr>
        <p:spPr>
          <a:xfrm>
            <a:off x="8582254" y="9755"/>
            <a:ext cx="553357" cy="307777"/>
          </a:xfrm>
          <a:prstGeom prst="rect">
            <a:avLst/>
          </a:prstGeom>
          <a:noFill/>
        </p:spPr>
        <p:txBody>
          <a:bodyPr wrap="none" rtlCol="0">
            <a:spAutoFit/>
          </a:bodyPr>
          <a:lstStyle/>
          <a:p>
            <a:pPr rtl="0"/>
            <a:endParaRPr lang="en-US" sz="1400" b="1" dirty="0">
              <a:solidFill>
                <a:srgbClr val="0070C0"/>
              </a:solidFill>
              <a:latin typeface="David" panose="020E0502060401010101" pitchFamily="34" charset="-79"/>
              <a:cs typeface="David" panose="020E0502060401010101" pitchFamily="34" charset="-79"/>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p:txStyles>
    <p:titleStyle>
      <a:lvl1pPr algn="r" rtl="1" eaLnBrk="1" latinLnBrk="0" hangingPunct="1">
        <a:spcBef>
          <a:spcPct val="0"/>
        </a:spcBef>
        <a:buNone/>
        <a:defRPr kumimoji="0" sz="3200" kern="1200">
          <a:solidFill>
            <a:schemeClr val="tx2"/>
          </a:solidFill>
          <a:latin typeface="+mj-lt"/>
          <a:ea typeface="+mj-ea"/>
          <a:cs typeface="+mj-cs"/>
        </a:defRPr>
      </a:lvl1pPr>
    </p:titleStyle>
    <p:bodyStyle>
      <a:lvl1pPr marL="274320" indent="-274320" algn="r" rtl="1" eaLnBrk="1" latinLnBrk="0" hangingPunct="1">
        <a:spcBef>
          <a:spcPts val="600"/>
        </a:spcBef>
        <a:spcAft>
          <a:spcPts val="2400"/>
        </a:spcAft>
        <a:buClr>
          <a:schemeClr val="accent1"/>
        </a:buClr>
        <a:buSzPct val="76000"/>
        <a:buFont typeface="Wingdings 3"/>
        <a:buChar char=""/>
        <a:defRPr kumimoji="0" sz="2600" kern="1200">
          <a:solidFill>
            <a:srgbClr val="002060"/>
          </a:solidFill>
          <a:latin typeface="+mn-lt"/>
          <a:ea typeface="+mn-ea"/>
          <a:cs typeface="+mn-cs"/>
        </a:defRPr>
      </a:lvl1pPr>
      <a:lvl2pPr marL="548640" indent="-274320" algn="r" rtl="1"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r" rtl="1"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r" rtl="1"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r" rtl="1"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docs.oracle.com/javase/8/docs/api/java/lang/Class.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1187624" y="3717032"/>
            <a:ext cx="6984776" cy="1159768"/>
          </a:xfrm>
        </p:spPr>
        <p:txBody>
          <a:bodyPr anchor="ctr">
            <a:normAutofit/>
          </a:bodyPr>
          <a:lstStyle/>
          <a:p>
            <a:pPr algn="r" rtl="1"/>
            <a:r>
              <a:rPr lang="he-IL" sz="3200" dirty="0">
                <a:latin typeface="Tahoma" panose="020B0604030504040204" pitchFamily="34" charset="0"/>
                <a:ea typeface="Tahoma" panose="020B0604030504040204" pitchFamily="34" charset="0"/>
                <a:cs typeface="Tahoma" panose="020B0604030504040204" pitchFamily="34" charset="0"/>
              </a:rPr>
              <a:t>עיצוב ותִכנוּת מונחי עצמים להנדסה</a:t>
            </a:r>
            <a:br>
              <a:rPr lang="he-IL" sz="3200" dirty="0">
                <a:latin typeface="Tahoma" panose="020B0604030504040204" pitchFamily="34" charset="0"/>
                <a:ea typeface="Tahoma" panose="020B0604030504040204" pitchFamily="34" charset="0"/>
                <a:cs typeface="Tahoma" panose="020B0604030504040204" pitchFamily="34" charset="0"/>
              </a:rPr>
            </a:br>
            <a:r>
              <a:rPr lang="he-IL" sz="3200" dirty="0">
                <a:latin typeface="Tahoma" panose="020B0604030504040204" pitchFamily="34" charset="0"/>
                <a:ea typeface="Tahoma" panose="020B0604030504040204" pitchFamily="34" charset="0"/>
                <a:cs typeface="Tahoma" panose="020B0604030504040204" pitchFamily="34" charset="0"/>
              </a:rPr>
              <a:t>מספר קורס: </a:t>
            </a:r>
            <a:r>
              <a:rPr lang="en-US" sz="3200" dirty="0">
                <a:latin typeface="Tahoma" panose="020B0604030504040204" pitchFamily="34" charset="0"/>
                <a:ea typeface="Tahoma" panose="020B0604030504040204" pitchFamily="34" charset="0"/>
                <a:cs typeface="Tahoma" panose="020B0604030504040204" pitchFamily="34" charset="0"/>
              </a:rPr>
              <a:t>157109</a:t>
            </a:r>
            <a:r>
              <a:rPr lang="he-IL" sz="3200">
                <a:latin typeface="Tahoma" panose="020B0604030504040204" pitchFamily="34" charset="0"/>
                <a:ea typeface="Tahoma" panose="020B0604030504040204" pitchFamily="34" charset="0"/>
                <a:cs typeface="Tahoma" panose="020B0604030504040204" pitchFamily="34" charset="0"/>
              </a:rPr>
              <a:t> </a:t>
            </a:r>
            <a:endParaRPr lang="he-IL" dirty="0"/>
          </a:p>
        </p:txBody>
      </p:sp>
      <p:sp>
        <p:nvSpPr>
          <p:cNvPr id="3" name="כותרת משנה 2"/>
          <p:cNvSpPr>
            <a:spLocks noGrp="1"/>
          </p:cNvSpPr>
          <p:nvPr>
            <p:ph type="subTitle" idx="1"/>
          </p:nvPr>
        </p:nvSpPr>
        <p:spPr/>
        <p:txBody>
          <a:bodyPr>
            <a:normAutofit/>
          </a:bodyPr>
          <a:lstStyle/>
          <a:p>
            <a:pPr algn="r" rtl="1"/>
            <a:r>
              <a:rPr lang="he-IL">
                <a:latin typeface="Arial"/>
                <a:cs typeface="Arial"/>
              </a:rPr>
              <a:t>Generics ואוספים ב-Java </a:t>
            </a:r>
            <a:endParaRPr lang="he-IL" sz="2300" dirty="0"/>
          </a:p>
        </p:txBody>
      </p:sp>
    </p:spTree>
    <p:extLst>
      <p:ext uri="{BB962C8B-B14F-4D97-AF65-F5344CB8AC3E}">
        <p14:creationId xmlns:p14="http://schemas.microsoft.com/office/powerpoint/2010/main" val="3818013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rtl="1"/>
            <a:r>
              <a:rPr lang="he-IL">
                <a:latin typeface="Arial"/>
                <a:cs typeface="Arial"/>
              </a:rPr>
              <a:t>נושאים</a:t>
            </a:r>
          </a:p>
        </p:txBody>
      </p:sp>
      <p:sp>
        <p:nvSpPr>
          <p:cNvPr id="6" name="מציין מיקום תוכן 5"/>
          <p:cNvSpPr>
            <a:spLocks noGrp="1"/>
          </p:cNvSpPr>
          <p:nvPr>
            <p:ph sz="quarter" idx="1"/>
          </p:nvPr>
        </p:nvSpPr>
        <p:spPr>
          <a:xfrm>
            <a:off x="455313" y="1340768"/>
            <a:ext cx="8229600" cy="4896544"/>
          </a:xfrm>
        </p:spPr>
        <p:txBody>
          <a:bodyPr>
            <a:normAutofit/>
          </a:bodyPr>
          <a:lstStyle/>
          <a:p>
            <a:pPr marL="514350" indent="-514350" algn="r" rtl="1">
              <a:buFont typeface="+mj-lt"/>
              <a:buAutoNum type="arabicParenR"/>
            </a:pPr>
            <a:r>
              <a:rPr lang="he-IL" sz="2800" dirty="0">
                <a:latin typeface="Arial"/>
                <a:cs typeface="Arial"/>
              </a:rPr>
              <a:t>אוספים</a:t>
            </a:r>
          </a:p>
          <a:p>
            <a:pPr marL="514350" indent="-514350" algn="r" rtl="1">
              <a:buFont typeface="+mj-lt"/>
              <a:buAutoNum type="arabicParenR"/>
            </a:pPr>
            <a:r>
              <a:rPr lang="he-IL" sz="2800" dirty="0">
                <a:latin typeface="Arial"/>
                <a:cs typeface="Arial"/>
              </a:rPr>
              <a:t>Generics </a:t>
            </a:r>
          </a:p>
          <a:p>
            <a:pPr marL="514350" indent="-514350" algn="r" rtl="1">
              <a:buFont typeface="+mj-lt"/>
              <a:buAutoNum type="arabicParenR"/>
            </a:pPr>
            <a:r>
              <a:rPr lang="he-IL" sz="2800" dirty="0">
                <a:latin typeface="Arial"/>
                <a:cs typeface="Arial"/>
              </a:rPr>
              <a:t>המחלקות הגנריות </a:t>
            </a:r>
            <a:r>
              <a:rPr lang="he-IL" sz="2800" i="1" dirty="0">
                <a:latin typeface="Arial"/>
                <a:cs typeface="Arial"/>
              </a:rPr>
              <a:t>מחלקה</a:t>
            </a:r>
            <a:r>
              <a:rPr lang="he-IL" sz="2800" dirty="0">
                <a:latin typeface="Arial"/>
                <a:cs typeface="Arial"/>
              </a:rPr>
              <a:t> (</a:t>
            </a:r>
            <a:r>
              <a:rPr lang="en-US" sz="2800" dirty="0">
                <a:latin typeface="Arial"/>
                <a:cs typeface="Arial"/>
              </a:rPr>
              <a:t>Class</a:t>
            </a:r>
            <a:r>
              <a:rPr lang="he-IL" sz="2800" dirty="0">
                <a:latin typeface="Arial"/>
                <a:cs typeface="Arial"/>
              </a:rPr>
              <a:t>), </a:t>
            </a:r>
            <a:r>
              <a:rPr lang="he-IL" sz="2800" i="1" dirty="0">
                <a:latin typeface="Arial"/>
                <a:cs typeface="Arial"/>
              </a:rPr>
              <a:t>בנאי</a:t>
            </a:r>
            <a:r>
              <a:rPr lang="he-IL" sz="2800" dirty="0">
                <a:latin typeface="Arial"/>
                <a:cs typeface="Arial"/>
              </a:rPr>
              <a:t> (</a:t>
            </a:r>
            <a:r>
              <a:rPr lang="en-US" sz="2800" dirty="0">
                <a:latin typeface="Arial"/>
                <a:cs typeface="Arial"/>
              </a:rPr>
              <a:t>Constructor</a:t>
            </a:r>
            <a:r>
              <a:rPr lang="he-IL" sz="2800" dirty="0">
                <a:latin typeface="Arial"/>
                <a:cs typeface="Arial"/>
              </a:rPr>
              <a:t>) ו</a:t>
            </a:r>
            <a:r>
              <a:rPr lang="he-IL" sz="2800" i="1" dirty="0">
                <a:latin typeface="Arial"/>
                <a:cs typeface="Arial"/>
              </a:rPr>
              <a:t>פונקציה</a:t>
            </a:r>
            <a:r>
              <a:rPr lang="he-IL" sz="2800" dirty="0">
                <a:latin typeface="Arial"/>
                <a:cs typeface="Arial"/>
              </a:rPr>
              <a:t> (</a:t>
            </a:r>
            <a:r>
              <a:rPr lang="en-US" sz="2800" dirty="0">
                <a:latin typeface="Arial"/>
                <a:cs typeface="Arial"/>
              </a:rPr>
              <a:t>Function</a:t>
            </a:r>
            <a:r>
              <a:rPr lang="he-IL" sz="2800" dirty="0">
                <a:latin typeface="Arial"/>
                <a:cs typeface="Arial"/>
              </a:rPr>
              <a:t>)</a:t>
            </a:r>
          </a:p>
        </p:txBody>
      </p:sp>
      <p:sp>
        <p:nvSpPr>
          <p:cNvPr id="4" name="Date Placeholder 3">
            <a:extLst>
              <a:ext uri="{FF2B5EF4-FFF2-40B4-BE49-F238E27FC236}">
                <a16:creationId xmlns:a16="http://schemas.microsoft.com/office/drawing/2014/main" id="{8C5D27C6-04E1-41A5-B865-EFE581BE858F}"/>
              </a:ext>
            </a:extLst>
          </p:cNvPr>
          <p:cNvSpPr>
            <a:spLocks noGrp="1"/>
          </p:cNvSpPr>
          <p:nvPr>
            <p:ph type="dt" sz="half" idx="10"/>
          </p:nvPr>
        </p:nvSpPr>
        <p:spPr/>
        <p:txBody>
          <a:bodyPr/>
          <a:lstStyle/>
          <a:p>
            <a:fld id="{F16810C6-009D-45A7-8E38-BEC7ABD9B499}" type="datetime8">
              <a:rPr lang="he-IL" smtClean="0"/>
              <a:t>19 אפריל 26</a:t>
            </a:fld>
            <a:endParaRPr lang="en-US" dirty="0"/>
          </a:p>
        </p:txBody>
      </p:sp>
      <p:sp>
        <p:nvSpPr>
          <p:cNvPr id="7" name="Footer Placeholder 6">
            <a:extLst>
              <a:ext uri="{FF2B5EF4-FFF2-40B4-BE49-F238E27FC236}">
                <a16:creationId xmlns:a16="http://schemas.microsoft.com/office/drawing/2014/main" id="{2AE98134-91BC-41C5-A4DC-B56A3C8BB532}"/>
              </a:ext>
            </a:extLst>
          </p:cNvPr>
          <p:cNvSpPr>
            <a:spLocks noGrp="1"/>
          </p:cNvSpPr>
          <p:nvPr>
            <p:ph type="ftr" sz="quarter" idx="11"/>
          </p:nvPr>
        </p:nvSpPr>
        <p:spPr/>
        <p:txBody>
          <a:bodyPr/>
          <a:lstStyle/>
          <a:p>
            <a:r>
              <a:rPr lang="he-IL"/>
              <a:t>עיצוב ותכנות מונחה עצמים מתקדם</a:t>
            </a:r>
            <a:endParaRPr lang="en-US"/>
          </a:p>
        </p:txBody>
      </p:sp>
      <p:sp>
        <p:nvSpPr>
          <p:cNvPr id="8" name="Slide Number Placeholder 7">
            <a:extLst>
              <a:ext uri="{FF2B5EF4-FFF2-40B4-BE49-F238E27FC236}">
                <a16:creationId xmlns:a16="http://schemas.microsoft.com/office/drawing/2014/main" id="{F97D0B20-876D-4CA5-856A-0C656C29C35F}"/>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a:t>
            </a:fld>
            <a:endParaRPr kumimoji="0" lang="en-US" dirty="0"/>
          </a:p>
        </p:txBody>
      </p:sp>
    </p:spTree>
    <p:extLst>
      <p:ext uri="{BB962C8B-B14F-4D97-AF65-F5344CB8AC3E}">
        <p14:creationId xmlns:p14="http://schemas.microsoft.com/office/powerpoint/2010/main" val="63477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AB70F-F009-4521-B667-868B6952D26D}"/>
              </a:ext>
            </a:extLst>
          </p:cNvPr>
          <p:cNvSpPr>
            <a:spLocks noGrp="1"/>
          </p:cNvSpPr>
          <p:nvPr>
            <p:ph type="dt" sz="half" idx="10"/>
          </p:nvPr>
        </p:nvSpPr>
        <p:spPr/>
        <p:txBody>
          <a:bodyPr/>
          <a:lstStyle/>
          <a:p>
            <a:pPr eaLnBrk="1" latinLnBrk="0" hangingPunct="1"/>
            <a:fld id="{7B36AE50-2754-4200-80B7-F6AD756E7762}" type="datetime8">
              <a:rPr lang="he-IL" smtClean="0"/>
              <a:t>19 אפריל 26</a:t>
            </a:fld>
            <a:endParaRPr lang="en-US"/>
          </a:p>
        </p:txBody>
      </p:sp>
      <p:sp>
        <p:nvSpPr>
          <p:cNvPr id="4" name="Footer Placeholder 3">
            <a:extLst>
              <a:ext uri="{FF2B5EF4-FFF2-40B4-BE49-F238E27FC236}">
                <a16:creationId xmlns:a16="http://schemas.microsoft.com/office/drawing/2014/main" id="{939A6217-32B2-465B-A8E8-C182A3F801E0}"/>
              </a:ext>
            </a:extLst>
          </p:cNvPr>
          <p:cNvSpPr>
            <a:spLocks noGrp="1"/>
          </p:cNvSpPr>
          <p:nvPr>
            <p:ph type="ftr" sz="quarter" idx="11"/>
          </p:nvPr>
        </p:nvSpPr>
        <p:spPr/>
        <p:txBody>
          <a:bodyPr/>
          <a:lstStyle/>
          <a:p>
            <a:r>
              <a:rPr kumimoji="0" lang="he-IL"/>
              <a:t>עיצוב ותכנות מונחה עצמים מתקדם</a:t>
            </a:r>
            <a:endParaRPr kumimoji="0" lang="en-US"/>
          </a:p>
        </p:txBody>
      </p:sp>
      <p:sp>
        <p:nvSpPr>
          <p:cNvPr id="6" name="Slide Number Placeholder 5">
            <a:extLst>
              <a:ext uri="{FF2B5EF4-FFF2-40B4-BE49-F238E27FC236}">
                <a16:creationId xmlns:a16="http://schemas.microsoft.com/office/drawing/2014/main" id="{0028621E-C460-4C46-9B2E-6E9BAF1C23C3}"/>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a:t>
            </a:fld>
            <a:endParaRPr kumimoji="0" lang="en-US"/>
          </a:p>
        </p:txBody>
      </p:sp>
      <p:sp>
        <p:nvSpPr>
          <p:cNvPr id="7" name="כותרת 6"/>
          <p:cNvSpPr>
            <a:spLocks noGrp="1"/>
          </p:cNvSpPr>
          <p:nvPr>
            <p:ph type="title"/>
          </p:nvPr>
        </p:nvSpPr>
        <p:spPr/>
        <p:txBody>
          <a:bodyPr>
            <a:normAutofit/>
          </a:bodyPr>
          <a:lstStyle/>
          <a:p>
            <a:pPr rtl="1"/>
            <a:r>
              <a:rPr lang="he-IL" sz="3600" dirty="0">
                <a:latin typeface="Arial"/>
                <a:cs typeface="Arial"/>
              </a:rPr>
              <a:t>אוספים</a:t>
            </a:r>
          </a:p>
        </p:txBody>
      </p:sp>
    </p:spTree>
    <p:extLst>
      <p:ext uri="{BB962C8B-B14F-4D97-AF65-F5344CB8AC3E}">
        <p14:creationId xmlns:p14="http://schemas.microsoft.com/office/powerpoint/2010/main" val="41981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rtl="1"/>
            <a:r>
              <a:rPr lang="he-IL">
                <a:latin typeface="Arial"/>
                <a:cs typeface="Arial"/>
              </a:rPr>
              <a:t>מבוא</a:t>
            </a:r>
          </a:p>
        </p:txBody>
      </p:sp>
      <p:sp>
        <p:nvSpPr>
          <p:cNvPr id="6" name="מציין מיקום תוכן 5"/>
          <p:cNvSpPr>
            <a:spLocks noGrp="1"/>
          </p:cNvSpPr>
          <p:nvPr>
            <p:ph sz="quarter" idx="1"/>
          </p:nvPr>
        </p:nvSpPr>
        <p:spPr>
          <a:xfrm>
            <a:off x="455313" y="1340768"/>
            <a:ext cx="8229600" cy="4896544"/>
          </a:xfrm>
        </p:spPr>
        <p:txBody>
          <a:bodyPr>
            <a:normAutofit/>
          </a:bodyPr>
          <a:lstStyle/>
          <a:p>
            <a:pPr marL="0" indent="0" algn="r" rtl="1">
              <a:spcAft>
                <a:spcPts val="0"/>
              </a:spcAft>
              <a:buNone/>
            </a:pPr>
            <a:r>
              <a:rPr lang="he-IL" dirty="0">
                <a:latin typeface="Arial"/>
                <a:cs typeface="Arial"/>
              </a:rPr>
              <a:t>אוספים מהווים את אחד מהמושגים המרכזיים והחשובים ביותר ב-Java. </a:t>
            </a:r>
          </a:p>
          <a:p>
            <a:pPr marL="0" indent="0" rtl="1">
              <a:spcAft>
                <a:spcPts val="0"/>
              </a:spcAft>
              <a:buNone/>
            </a:pPr>
            <a:endParaRPr lang="he-IL" b="1" u="sng" dirty="0"/>
          </a:p>
          <a:p>
            <a:pPr marL="0" indent="0" algn="r" rtl="1">
              <a:spcAft>
                <a:spcPts val="0"/>
              </a:spcAft>
              <a:buNone/>
            </a:pPr>
            <a:r>
              <a:rPr lang="he-IL" b="1" u="sng" dirty="0">
                <a:latin typeface="Arial"/>
                <a:cs typeface="Arial"/>
              </a:rPr>
              <a:t>הגדרה </a:t>
            </a:r>
          </a:p>
          <a:p>
            <a:pPr marL="0" indent="0" algn="r" rtl="1">
              <a:buNone/>
            </a:pPr>
            <a:r>
              <a:rPr lang="he-IL" dirty="0">
                <a:latin typeface="Arial"/>
                <a:cs typeface="Arial"/>
              </a:rPr>
              <a:t>אוסף הוא אובייקט בתכנות המאחסן מספר אובייקטים אחרים.</a:t>
            </a:r>
          </a:p>
          <a:p>
            <a:pPr marL="0" indent="0" algn="r" rtl="1">
              <a:spcAft>
                <a:spcPts val="0"/>
              </a:spcAft>
              <a:buNone/>
            </a:pPr>
            <a:r>
              <a:rPr lang="he-IL" b="1" u="sng" dirty="0">
                <a:latin typeface="Arial"/>
                <a:cs typeface="Arial"/>
              </a:rPr>
              <a:t>שמות אחרים:</a:t>
            </a:r>
          </a:p>
          <a:p>
            <a:pPr algn="r" rtl="1">
              <a:spcAft>
                <a:spcPts val="0"/>
              </a:spcAft>
              <a:buFont typeface="Wingdings 3" panose="05040102010807070707" pitchFamily="18" charset="2"/>
              <a:buChar char=""/>
            </a:pPr>
            <a:r>
              <a:rPr lang="he-IL" dirty="0">
                <a:latin typeface="Arial"/>
                <a:cs typeface="Arial"/>
              </a:rPr>
              <a:t>מבנה נתונים</a:t>
            </a:r>
          </a:p>
          <a:p>
            <a:pPr algn="r" rtl="1">
              <a:buFont typeface="Wingdings 3" panose="05040102010807070707" pitchFamily="18" charset="2"/>
              <a:buChar char=""/>
            </a:pPr>
            <a:r>
              <a:rPr lang="he-IL" dirty="0">
                <a:latin typeface="Arial"/>
                <a:cs typeface="Arial"/>
              </a:rPr>
              <a:t>Container</a:t>
            </a:r>
          </a:p>
        </p:txBody>
      </p:sp>
      <p:sp>
        <p:nvSpPr>
          <p:cNvPr id="4" name="Date Placeholder 3">
            <a:extLst>
              <a:ext uri="{FF2B5EF4-FFF2-40B4-BE49-F238E27FC236}">
                <a16:creationId xmlns:a16="http://schemas.microsoft.com/office/drawing/2014/main" id="{8BA2C370-2B7A-4CCD-9358-802E002AEBF1}"/>
              </a:ext>
            </a:extLst>
          </p:cNvPr>
          <p:cNvSpPr>
            <a:spLocks noGrp="1"/>
          </p:cNvSpPr>
          <p:nvPr>
            <p:ph type="dt" sz="half" idx="10"/>
          </p:nvPr>
        </p:nvSpPr>
        <p:spPr/>
        <p:txBody>
          <a:bodyPr/>
          <a:lstStyle/>
          <a:p>
            <a:fld id="{5F7CB33F-CCD4-4794-A2BA-97425CCC2C27}" type="datetime8">
              <a:rPr lang="he-IL" smtClean="0"/>
              <a:t>19 אפריל 26</a:t>
            </a:fld>
            <a:endParaRPr lang="en-US" dirty="0"/>
          </a:p>
        </p:txBody>
      </p:sp>
      <p:sp>
        <p:nvSpPr>
          <p:cNvPr id="7" name="Footer Placeholder 6">
            <a:extLst>
              <a:ext uri="{FF2B5EF4-FFF2-40B4-BE49-F238E27FC236}">
                <a16:creationId xmlns:a16="http://schemas.microsoft.com/office/drawing/2014/main" id="{3036A8E7-0977-4ECF-B57D-FE810D344E9C}"/>
              </a:ext>
            </a:extLst>
          </p:cNvPr>
          <p:cNvSpPr>
            <a:spLocks noGrp="1"/>
          </p:cNvSpPr>
          <p:nvPr>
            <p:ph type="ftr" sz="quarter" idx="11"/>
          </p:nvPr>
        </p:nvSpPr>
        <p:spPr/>
        <p:txBody>
          <a:bodyPr/>
          <a:lstStyle/>
          <a:p>
            <a:r>
              <a:rPr lang="he-IL"/>
              <a:t>עיצוב ותכנות מונחה עצמים מתקדם</a:t>
            </a:r>
            <a:endParaRPr lang="en-US"/>
          </a:p>
        </p:txBody>
      </p:sp>
      <p:sp>
        <p:nvSpPr>
          <p:cNvPr id="8" name="Slide Number Placeholder 7">
            <a:extLst>
              <a:ext uri="{FF2B5EF4-FFF2-40B4-BE49-F238E27FC236}">
                <a16:creationId xmlns:a16="http://schemas.microsoft.com/office/drawing/2014/main" id="{7A33653D-1C3F-4B3A-B8C0-CB82E3475386}"/>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a:t>
            </a:fld>
            <a:endParaRPr kumimoji="0" lang="en-US" dirty="0"/>
          </a:p>
        </p:txBody>
      </p:sp>
    </p:spTree>
    <p:extLst>
      <p:ext uri="{BB962C8B-B14F-4D97-AF65-F5344CB8AC3E}">
        <p14:creationId xmlns:p14="http://schemas.microsoft.com/office/powerpoint/2010/main" val="1833877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rtl="1"/>
            <a:r>
              <a:rPr lang="he-IL">
                <a:latin typeface="Arial"/>
                <a:cs typeface="Arial"/>
              </a:rPr>
              <a:t>חשיבותם של אוספים</a:t>
            </a:r>
          </a:p>
        </p:txBody>
      </p:sp>
      <p:sp>
        <p:nvSpPr>
          <p:cNvPr id="6" name="מציין מיקום תוכן 5"/>
          <p:cNvSpPr>
            <a:spLocks noGrp="1"/>
          </p:cNvSpPr>
          <p:nvPr>
            <p:ph sz="quarter" idx="1"/>
          </p:nvPr>
        </p:nvSpPr>
        <p:spPr>
          <a:xfrm>
            <a:off x="457200" y="1337407"/>
            <a:ext cx="8229600" cy="4824536"/>
          </a:xfrm>
        </p:spPr>
        <p:txBody>
          <a:bodyPr>
            <a:normAutofit/>
          </a:bodyPr>
          <a:lstStyle/>
          <a:p>
            <a:pPr marL="0" indent="0" algn="r" rtl="1">
              <a:spcAft>
                <a:spcPts val="0"/>
              </a:spcAft>
              <a:buNone/>
            </a:pPr>
            <a:r>
              <a:rPr lang="he-IL" dirty="0">
                <a:latin typeface="Arial"/>
                <a:cs typeface="Arial"/>
              </a:rPr>
              <a:t>מה עושים עם אוסף (מבנה נתונים) בתכנות?</a:t>
            </a:r>
          </a:p>
          <a:p>
            <a:pPr marL="0" indent="0" algn="l" rtl="1">
              <a:spcAft>
                <a:spcPts val="0"/>
              </a:spcAft>
              <a:buNone/>
            </a:pPr>
            <a:endParaRPr lang="he-IL" dirty="0"/>
          </a:p>
          <a:p>
            <a:pPr algn="r" rtl="1" fontAlgn="t">
              <a:spcAft>
                <a:spcPts val="0"/>
              </a:spcAft>
              <a:buFont typeface="Arial" panose="020B0604020202020204" pitchFamily="34" charset="0"/>
              <a:buChar char="•"/>
            </a:pPr>
            <a:r>
              <a:rPr lang="he-IL" sz="2800" dirty="0">
                <a:latin typeface="Arial"/>
                <a:cs typeface="Arial"/>
              </a:rPr>
              <a:t>אחסון נתונים</a:t>
            </a:r>
            <a:endParaRPr lang="he-IL" sz="2000" dirty="0">
              <a:latin typeface="Arial"/>
            </a:endParaRPr>
          </a:p>
          <a:p>
            <a:pPr algn="r" rtl="1" fontAlgn="t">
              <a:spcAft>
                <a:spcPts val="0"/>
              </a:spcAft>
              <a:buFont typeface="Arial" panose="020B0604020202020204" pitchFamily="34" charset="0"/>
              <a:buChar char="•"/>
            </a:pPr>
            <a:r>
              <a:rPr lang="he-IL" sz="2800" dirty="0">
                <a:latin typeface="Arial"/>
                <a:cs typeface="Arial"/>
              </a:rPr>
              <a:t>אחזור נתונים</a:t>
            </a:r>
            <a:endParaRPr lang="he-IL" sz="2800" dirty="0">
              <a:cs typeface="Arial"/>
            </a:endParaRPr>
          </a:p>
          <a:p>
            <a:pPr algn="r" rtl="1" fontAlgn="t">
              <a:spcAft>
                <a:spcPts val="0"/>
              </a:spcAft>
              <a:buFont typeface="Arial" panose="020B0604020202020204" pitchFamily="34" charset="0"/>
              <a:buChar char="•"/>
            </a:pPr>
            <a:r>
              <a:rPr lang="he-IL" sz="2800" dirty="0">
                <a:latin typeface="Arial"/>
                <a:cs typeface="Arial"/>
              </a:rPr>
              <a:t>ביצוע פעולות כגון מיון, מיזוג וכד'</a:t>
            </a:r>
            <a:endParaRPr lang="he-IL" sz="2800" dirty="0">
              <a:cs typeface="Arial"/>
            </a:endParaRPr>
          </a:p>
          <a:p>
            <a:pPr algn="r" rtl="1">
              <a:buFont typeface="Arial" panose="020B0604020202020204" pitchFamily="34" charset="0"/>
              <a:buChar char="•"/>
            </a:pPr>
            <a:r>
              <a:rPr lang="he-IL" sz="2800" dirty="0">
                <a:latin typeface="Arial"/>
                <a:cs typeface="Arial"/>
              </a:rPr>
              <a:t>ייצוג של נתונים היררכיים</a:t>
            </a:r>
          </a:p>
          <a:p>
            <a:pPr rtl="1">
              <a:spcAft>
                <a:spcPts val="0"/>
              </a:spcAft>
            </a:pPr>
            <a:endParaRPr lang="he-IL" b="1" u="sng" dirty="0"/>
          </a:p>
          <a:p>
            <a:pPr marL="0" indent="0" rtl="1">
              <a:spcAft>
                <a:spcPts val="0"/>
              </a:spcAft>
              <a:buNone/>
            </a:pPr>
            <a:endParaRPr lang="he-IL" dirty="0"/>
          </a:p>
          <a:p>
            <a:pPr marL="0" indent="0" algn="ctr" rtl="1">
              <a:spcAft>
                <a:spcPts val="0"/>
              </a:spcAft>
              <a:buNone/>
            </a:pPr>
            <a:endParaRPr lang="he-IL" dirty="0"/>
          </a:p>
          <a:p>
            <a:pPr marL="0" indent="0" rtl="1">
              <a:spcAft>
                <a:spcPts val="0"/>
              </a:spcAft>
              <a:buNone/>
            </a:pPr>
            <a:endParaRPr lang="he-IL" dirty="0"/>
          </a:p>
          <a:p>
            <a:pPr marL="0" indent="0" rtl="1">
              <a:spcAft>
                <a:spcPts val="0"/>
              </a:spcAft>
              <a:buNone/>
            </a:pPr>
            <a:endParaRPr lang="he-IL" dirty="0"/>
          </a:p>
          <a:p>
            <a:pPr marL="0" indent="0" rtl="1">
              <a:spcAft>
                <a:spcPts val="0"/>
              </a:spcAft>
              <a:buNone/>
            </a:pPr>
            <a:endParaRPr lang="he-IL" dirty="0"/>
          </a:p>
        </p:txBody>
      </p:sp>
      <p:sp>
        <p:nvSpPr>
          <p:cNvPr id="4" name="Date Placeholder 3">
            <a:extLst>
              <a:ext uri="{FF2B5EF4-FFF2-40B4-BE49-F238E27FC236}">
                <a16:creationId xmlns:a16="http://schemas.microsoft.com/office/drawing/2014/main" id="{878B193B-CC0A-4406-9C47-F565EAC84EAF}"/>
              </a:ext>
            </a:extLst>
          </p:cNvPr>
          <p:cNvSpPr>
            <a:spLocks noGrp="1"/>
          </p:cNvSpPr>
          <p:nvPr>
            <p:ph type="dt" sz="half" idx="10"/>
          </p:nvPr>
        </p:nvSpPr>
        <p:spPr/>
        <p:txBody>
          <a:bodyPr/>
          <a:lstStyle/>
          <a:p>
            <a:fld id="{F156725D-DB52-446D-8E48-705F18D84816}" type="datetime8">
              <a:rPr lang="he-IL" smtClean="0"/>
              <a:t>19 אפריל 26</a:t>
            </a:fld>
            <a:endParaRPr lang="en-US" dirty="0"/>
          </a:p>
        </p:txBody>
      </p:sp>
      <p:sp>
        <p:nvSpPr>
          <p:cNvPr id="7" name="Footer Placeholder 6">
            <a:extLst>
              <a:ext uri="{FF2B5EF4-FFF2-40B4-BE49-F238E27FC236}">
                <a16:creationId xmlns:a16="http://schemas.microsoft.com/office/drawing/2014/main" id="{5D251CB6-F8DC-4CE9-A3C2-F5DD60FF0ADB}"/>
              </a:ext>
            </a:extLst>
          </p:cNvPr>
          <p:cNvSpPr>
            <a:spLocks noGrp="1"/>
          </p:cNvSpPr>
          <p:nvPr>
            <p:ph type="ftr" sz="quarter" idx="11"/>
          </p:nvPr>
        </p:nvSpPr>
        <p:spPr/>
        <p:txBody>
          <a:bodyPr/>
          <a:lstStyle/>
          <a:p>
            <a:r>
              <a:rPr lang="he-IL"/>
              <a:t>עיצוב ותכנות מונחה עצמים מתקדם</a:t>
            </a:r>
            <a:endParaRPr lang="en-US"/>
          </a:p>
        </p:txBody>
      </p:sp>
      <p:sp>
        <p:nvSpPr>
          <p:cNvPr id="8" name="Slide Number Placeholder 7">
            <a:extLst>
              <a:ext uri="{FF2B5EF4-FFF2-40B4-BE49-F238E27FC236}">
                <a16:creationId xmlns:a16="http://schemas.microsoft.com/office/drawing/2014/main" id="{3236D865-B351-4FD8-B63B-4303FC8C4FDF}"/>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a:t>
            </a:fld>
            <a:endParaRPr kumimoji="0" lang="en-US" dirty="0"/>
          </a:p>
        </p:txBody>
      </p:sp>
    </p:spTree>
    <p:extLst>
      <p:ext uri="{BB962C8B-B14F-4D97-AF65-F5344CB8AC3E}">
        <p14:creationId xmlns:p14="http://schemas.microsoft.com/office/powerpoint/2010/main" val="1933614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rtl="1"/>
            <a:r>
              <a:rPr lang="he-IL">
                <a:latin typeface="Arial"/>
                <a:cs typeface="Arial"/>
              </a:rPr>
              <a:t>חשיבותם של אוספים </a:t>
            </a:r>
          </a:p>
        </p:txBody>
      </p:sp>
      <p:sp>
        <p:nvSpPr>
          <p:cNvPr id="6" name="מציין מיקום תוכן 5"/>
          <p:cNvSpPr>
            <a:spLocks noGrp="1"/>
          </p:cNvSpPr>
          <p:nvPr>
            <p:ph sz="quarter" idx="1"/>
          </p:nvPr>
        </p:nvSpPr>
        <p:spPr>
          <a:xfrm>
            <a:off x="455313" y="1340768"/>
            <a:ext cx="8229600" cy="4248472"/>
          </a:xfrm>
        </p:spPr>
        <p:txBody>
          <a:bodyPr>
            <a:normAutofit/>
          </a:bodyPr>
          <a:lstStyle/>
          <a:p>
            <a:pPr marL="0" indent="0" algn="r" rtl="1">
              <a:spcAft>
                <a:spcPts val="0"/>
              </a:spcAft>
              <a:buNone/>
            </a:pPr>
            <a:r>
              <a:rPr lang="he-IL" b="1" u="sng" dirty="0">
                <a:latin typeface="Arial"/>
                <a:cs typeface="Arial"/>
              </a:rPr>
              <a:t>אוספים יכולים לייצג משהו בעולם האמיתי</a:t>
            </a:r>
          </a:p>
          <a:p>
            <a:pPr rtl="1" fontAlgn="t"/>
            <a:endParaRPr lang="he-IL" dirty="0"/>
          </a:p>
          <a:p>
            <a:pPr algn="r" rtl="1" fontAlgn="t">
              <a:buFontTx/>
              <a:buChar char="◄"/>
            </a:pPr>
            <a:r>
              <a:rPr lang="he-IL" dirty="0">
                <a:latin typeface="Arial"/>
                <a:cs typeface="Arial"/>
              </a:rPr>
              <a:t>אוסף קלפים יכול לייצג יד במשחק פוקר</a:t>
            </a:r>
          </a:p>
          <a:p>
            <a:pPr algn="r" rtl="1">
              <a:buFontTx/>
              <a:buChar char="◄"/>
            </a:pPr>
            <a:r>
              <a:rPr lang="he-IL" dirty="0">
                <a:latin typeface="Arial"/>
                <a:cs typeface="Arial"/>
              </a:rPr>
              <a:t>אוסף מיילים יכול לייצג תיקיית מיילים </a:t>
            </a:r>
            <a:endParaRPr lang="he-IL" dirty="0"/>
          </a:p>
          <a:p>
            <a:pPr rtl="1">
              <a:spcAft>
                <a:spcPts val="0"/>
              </a:spcAft>
              <a:buFontTx/>
              <a:buChar char="◄"/>
            </a:pPr>
            <a:endParaRPr lang="he-IL" dirty="0"/>
          </a:p>
          <a:p>
            <a:pPr marL="0" indent="0" algn="ctr" rtl="1">
              <a:spcAft>
                <a:spcPts val="0"/>
              </a:spcAft>
              <a:buNone/>
            </a:pPr>
            <a:endParaRPr lang="he-IL" dirty="0"/>
          </a:p>
          <a:p>
            <a:pPr marL="0" indent="0" rtl="1">
              <a:spcAft>
                <a:spcPts val="0"/>
              </a:spcAft>
              <a:buNone/>
            </a:pPr>
            <a:endParaRPr lang="he-IL" dirty="0"/>
          </a:p>
          <a:p>
            <a:pPr marL="0" indent="0" rtl="1">
              <a:spcAft>
                <a:spcPts val="0"/>
              </a:spcAft>
              <a:buNone/>
            </a:pPr>
            <a:endParaRPr lang="he-IL" dirty="0"/>
          </a:p>
          <a:p>
            <a:pPr marL="0" indent="0" rtl="1">
              <a:spcAft>
                <a:spcPts val="0"/>
              </a:spcAft>
              <a:buNone/>
            </a:pPr>
            <a:endParaRPr lang="he-IL" dirty="0"/>
          </a:p>
        </p:txBody>
      </p:sp>
      <p:sp>
        <p:nvSpPr>
          <p:cNvPr id="4" name="Date Placeholder 3">
            <a:extLst>
              <a:ext uri="{FF2B5EF4-FFF2-40B4-BE49-F238E27FC236}">
                <a16:creationId xmlns:a16="http://schemas.microsoft.com/office/drawing/2014/main" id="{A00E0CE8-6D6D-4F26-97EB-3069826D2435}"/>
              </a:ext>
            </a:extLst>
          </p:cNvPr>
          <p:cNvSpPr>
            <a:spLocks noGrp="1"/>
          </p:cNvSpPr>
          <p:nvPr>
            <p:ph type="dt" sz="half" idx="10"/>
          </p:nvPr>
        </p:nvSpPr>
        <p:spPr/>
        <p:txBody>
          <a:bodyPr/>
          <a:lstStyle/>
          <a:p>
            <a:fld id="{5E483101-CEAF-4DDF-9B02-6B0E795BC0AA}" type="datetime8">
              <a:rPr lang="he-IL" smtClean="0"/>
              <a:t>19 אפריל 26</a:t>
            </a:fld>
            <a:endParaRPr lang="en-US" dirty="0"/>
          </a:p>
        </p:txBody>
      </p:sp>
      <p:sp>
        <p:nvSpPr>
          <p:cNvPr id="7" name="Footer Placeholder 6">
            <a:extLst>
              <a:ext uri="{FF2B5EF4-FFF2-40B4-BE49-F238E27FC236}">
                <a16:creationId xmlns:a16="http://schemas.microsoft.com/office/drawing/2014/main" id="{D57DD13B-4851-43DF-B02F-0388097F8632}"/>
              </a:ext>
            </a:extLst>
          </p:cNvPr>
          <p:cNvSpPr>
            <a:spLocks noGrp="1"/>
          </p:cNvSpPr>
          <p:nvPr>
            <p:ph type="ftr" sz="quarter" idx="11"/>
          </p:nvPr>
        </p:nvSpPr>
        <p:spPr/>
        <p:txBody>
          <a:bodyPr/>
          <a:lstStyle/>
          <a:p>
            <a:r>
              <a:rPr lang="he-IL"/>
              <a:t>עיצוב ותכנות מונחה עצמים מתקדם</a:t>
            </a:r>
            <a:endParaRPr lang="en-US"/>
          </a:p>
        </p:txBody>
      </p:sp>
      <p:sp>
        <p:nvSpPr>
          <p:cNvPr id="8" name="Slide Number Placeholder 7">
            <a:extLst>
              <a:ext uri="{FF2B5EF4-FFF2-40B4-BE49-F238E27FC236}">
                <a16:creationId xmlns:a16="http://schemas.microsoft.com/office/drawing/2014/main" id="{E1369035-5E40-4A13-B847-A8167B0283FF}"/>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spTree>
    <p:extLst>
      <p:ext uri="{BB962C8B-B14F-4D97-AF65-F5344CB8AC3E}">
        <p14:creationId xmlns:p14="http://schemas.microsoft.com/office/powerpoint/2010/main" val="4287006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rtl="1"/>
            <a:r>
              <a:rPr lang="he-IL">
                <a:latin typeface="Arial"/>
                <a:cs typeface="Arial"/>
              </a:rPr>
              <a:t>מערכים</a:t>
            </a:r>
          </a:p>
        </p:txBody>
      </p:sp>
      <p:sp>
        <p:nvSpPr>
          <p:cNvPr id="7" name="מציין מיקום תוכן 6"/>
          <p:cNvSpPr>
            <a:spLocks noGrp="1"/>
          </p:cNvSpPr>
          <p:nvPr>
            <p:ph sz="quarter" idx="1"/>
          </p:nvPr>
        </p:nvSpPr>
        <p:spPr>
          <a:xfrm>
            <a:off x="395536" y="1219200"/>
            <a:ext cx="8229600" cy="4937760"/>
          </a:xfrm>
        </p:spPr>
        <p:txBody>
          <a:bodyPr>
            <a:normAutofit lnSpcReduction="10000"/>
          </a:bodyPr>
          <a:lstStyle/>
          <a:p>
            <a:pPr marL="0" indent="0" algn="r" rtl="1">
              <a:spcAft>
                <a:spcPts val="0"/>
              </a:spcAft>
              <a:buNone/>
            </a:pPr>
            <a:r>
              <a:rPr lang="he-IL" dirty="0" err="1">
                <a:latin typeface="Arial"/>
                <a:cs typeface="Arial"/>
              </a:rPr>
              <a:t>Java</a:t>
            </a:r>
            <a:r>
              <a:rPr lang="he-IL">
                <a:latin typeface="Arial"/>
                <a:cs typeface="Arial"/>
              </a:rPr>
              <a:t> תומכת </a:t>
            </a:r>
            <a:r>
              <a:rPr lang="he-IL" dirty="0">
                <a:latin typeface="Arial"/>
                <a:cs typeface="Arial"/>
              </a:rPr>
              <a:t>במערכים </a:t>
            </a:r>
            <a:r>
              <a:rPr lang="he-IL">
                <a:latin typeface="Arial"/>
                <a:cs typeface="Arial"/>
              </a:rPr>
              <a:t>באופן מובנה</a:t>
            </a:r>
            <a:endParaRPr lang="he-IL" dirty="0">
              <a:latin typeface="Arial"/>
              <a:cs typeface="Arial"/>
            </a:endParaRPr>
          </a:p>
          <a:p>
            <a:pPr rtl="1">
              <a:spcAft>
                <a:spcPts val="0"/>
              </a:spcAft>
            </a:pPr>
            <a:endParaRPr lang="he-IL" dirty="0"/>
          </a:p>
          <a:p>
            <a:pPr marL="0" indent="0" algn="r" rtl="1">
              <a:spcAft>
                <a:spcPts val="0"/>
              </a:spcAft>
              <a:buNone/>
            </a:pPr>
            <a:r>
              <a:rPr lang="he-IL" dirty="0">
                <a:latin typeface="Arial"/>
                <a:cs typeface="Arial"/>
              </a:rPr>
              <a:t>מערכים הם הצורה הפרימיטיבית ביותר לאחסון נתונים ב-</a:t>
            </a:r>
            <a:r>
              <a:rPr lang="he-IL" dirty="0" err="1">
                <a:latin typeface="Arial"/>
                <a:cs typeface="Arial"/>
              </a:rPr>
              <a:t>Java</a:t>
            </a:r>
            <a:endParaRPr lang="he-IL" dirty="0">
              <a:latin typeface="Arial"/>
              <a:cs typeface="Arial"/>
            </a:endParaRPr>
          </a:p>
          <a:p>
            <a:pPr rtl="1">
              <a:spcAft>
                <a:spcPts val="0"/>
              </a:spcAft>
            </a:pPr>
            <a:endParaRPr lang="he-IL" dirty="0"/>
          </a:p>
          <a:p>
            <a:pPr marL="0" indent="0" algn="r" rtl="1">
              <a:spcAft>
                <a:spcPts val="0"/>
              </a:spcAft>
              <a:buNone/>
            </a:pPr>
            <a:r>
              <a:rPr lang="he-IL" b="1" dirty="0">
                <a:latin typeface="Arial"/>
                <a:cs typeface="Arial"/>
              </a:rPr>
              <a:t>למערכים יש מספר רב של מגבלות:</a:t>
            </a:r>
          </a:p>
          <a:p>
            <a:pPr algn="r" rtl="1">
              <a:spcAft>
                <a:spcPts val="0"/>
              </a:spcAft>
              <a:buFont typeface="Times New Roman" panose="02020603050405020304" pitchFamily="18" charset="0"/>
              <a:buChar char="•"/>
            </a:pPr>
            <a:r>
              <a:rPr lang="he-IL" dirty="0">
                <a:latin typeface="Arial"/>
                <a:cs typeface="Arial"/>
              </a:rPr>
              <a:t>לא ניתן לשנות את גודלם </a:t>
            </a:r>
          </a:p>
          <a:p>
            <a:pPr algn="r" rtl="1">
              <a:spcAft>
                <a:spcPts val="0"/>
              </a:spcAft>
              <a:buFont typeface="Times New Roman" panose="02020603050405020304" pitchFamily="18" charset="0"/>
              <a:buChar char="•"/>
            </a:pPr>
            <a:r>
              <a:rPr lang="he-IL" dirty="0">
                <a:latin typeface="Arial"/>
                <a:cs typeface="Arial"/>
              </a:rPr>
              <a:t>עשויים להכיל עותקים זהים</a:t>
            </a:r>
          </a:p>
          <a:p>
            <a:pPr algn="r" rtl="1">
              <a:spcAft>
                <a:spcPts val="0"/>
              </a:spcAft>
              <a:buFont typeface="Times New Roman" panose="02020603050405020304" pitchFamily="18" charset="0"/>
              <a:buChar char="•"/>
            </a:pPr>
            <a:r>
              <a:rPr lang="he-IL" dirty="0">
                <a:latin typeface="Arial"/>
                <a:cs typeface="Arial"/>
              </a:rPr>
              <a:t>אינם מסודרים</a:t>
            </a:r>
          </a:p>
          <a:p>
            <a:pPr algn="r" rtl="1">
              <a:spcAft>
                <a:spcPts val="0"/>
              </a:spcAft>
              <a:buFont typeface="Times New Roman" panose="02020603050405020304" pitchFamily="18" charset="0"/>
              <a:buChar char="•"/>
            </a:pPr>
            <a:r>
              <a:rPr lang="he-IL" dirty="0">
                <a:latin typeface="Arial"/>
                <a:cs typeface="Arial"/>
              </a:rPr>
              <a:t>וכן הלאה...</a:t>
            </a:r>
          </a:p>
          <a:p>
            <a:pPr marL="0" indent="0" rtl="1">
              <a:spcAft>
                <a:spcPts val="0"/>
              </a:spcAft>
              <a:buNone/>
            </a:pPr>
            <a:endParaRPr lang="he-IL" dirty="0"/>
          </a:p>
          <a:p>
            <a:pPr marL="0" indent="0" algn="r" rtl="1">
              <a:buNone/>
            </a:pPr>
            <a:r>
              <a:rPr lang="he-IL" dirty="0">
                <a:latin typeface="Arial"/>
                <a:cs typeface="Arial"/>
              </a:rPr>
              <a:t>לפיכך, ספריית ה-</a:t>
            </a:r>
            <a:r>
              <a:rPr lang="he-IL" dirty="0" err="1">
                <a:latin typeface="Arial"/>
                <a:cs typeface="Arial"/>
              </a:rPr>
              <a:t>Collections</a:t>
            </a:r>
            <a:r>
              <a:rPr lang="he-IL" dirty="0">
                <a:latin typeface="Arial"/>
                <a:cs typeface="Arial"/>
              </a:rPr>
              <a:t> </a:t>
            </a:r>
            <a:r>
              <a:rPr lang="he-IL" dirty="0" err="1">
                <a:latin typeface="Arial"/>
                <a:cs typeface="Arial"/>
              </a:rPr>
              <a:t>Framework</a:t>
            </a:r>
            <a:r>
              <a:rPr lang="he-IL" dirty="0">
                <a:latin typeface="Arial"/>
                <a:cs typeface="Arial"/>
              </a:rPr>
              <a:t> מכילה מבני נתונים המספקים פתרון לכל הבעיות שלעיל</a:t>
            </a:r>
          </a:p>
          <a:p>
            <a:pPr rtl="1"/>
            <a:endParaRPr lang="he-IL" dirty="0"/>
          </a:p>
          <a:p>
            <a:pPr marL="0" indent="0" rtl="1">
              <a:buNone/>
            </a:pPr>
            <a:endParaRPr lang="he-IL" dirty="0"/>
          </a:p>
        </p:txBody>
      </p:sp>
      <p:sp>
        <p:nvSpPr>
          <p:cNvPr id="6" name="Date Placeholder 5">
            <a:extLst>
              <a:ext uri="{FF2B5EF4-FFF2-40B4-BE49-F238E27FC236}">
                <a16:creationId xmlns:a16="http://schemas.microsoft.com/office/drawing/2014/main" id="{7AF9A185-806C-435C-8CAC-67CCB8B8C48E}"/>
              </a:ext>
            </a:extLst>
          </p:cNvPr>
          <p:cNvSpPr>
            <a:spLocks noGrp="1"/>
          </p:cNvSpPr>
          <p:nvPr>
            <p:ph type="dt" sz="half" idx="10"/>
          </p:nvPr>
        </p:nvSpPr>
        <p:spPr/>
        <p:txBody>
          <a:bodyPr/>
          <a:lstStyle/>
          <a:p>
            <a:fld id="{F87C68DA-68D6-487A-AD9B-1E6AD99BE452}" type="datetime8">
              <a:rPr lang="he-IL" smtClean="0"/>
              <a:t>19 אפריל 26</a:t>
            </a:fld>
            <a:endParaRPr lang="en-US" dirty="0"/>
          </a:p>
        </p:txBody>
      </p:sp>
      <p:sp>
        <p:nvSpPr>
          <p:cNvPr id="8" name="Footer Placeholder 7">
            <a:extLst>
              <a:ext uri="{FF2B5EF4-FFF2-40B4-BE49-F238E27FC236}">
                <a16:creationId xmlns:a16="http://schemas.microsoft.com/office/drawing/2014/main" id="{FC49AE13-F3CD-4EB4-83BB-7FEC53472C10}"/>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CFE0F813-966B-4E3F-9D8D-EACE2BB6CF86}"/>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spTree>
    <p:extLst>
      <p:ext uri="{BB962C8B-B14F-4D97-AF65-F5344CB8AC3E}">
        <p14:creationId xmlns:p14="http://schemas.microsoft.com/office/powerpoint/2010/main" val="44144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r" rtl="1"/>
            <a:r>
              <a:rPr lang="he-IL">
                <a:latin typeface="Arial"/>
                <a:cs typeface="Arial"/>
              </a:rPr>
              <a:t>Collections Framework </a:t>
            </a:r>
          </a:p>
        </p:txBody>
      </p:sp>
      <p:sp>
        <p:nvSpPr>
          <p:cNvPr id="6" name="מציין מיקום תוכן 5"/>
          <p:cNvSpPr>
            <a:spLocks noGrp="1"/>
          </p:cNvSpPr>
          <p:nvPr>
            <p:ph sz="quarter" idx="1"/>
          </p:nvPr>
        </p:nvSpPr>
        <p:spPr>
          <a:xfrm>
            <a:off x="457200" y="1219200"/>
            <a:ext cx="8229600" cy="5090120"/>
          </a:xfrm>
        </p:spPr>
        <p:txBody>
          <a:bodyPr>
            <a:noAutofit/>
          </a:bodyPr>
          <a:lstStyle/>
          <a:p>
            <a:pPr marL="0" indent="0" algn="r" rtl="1">
              <a:buNone/>
            </a:pPr>
            <a:r>
              <a:rPr lang="he-IL" sz="2400" dirty="0">
                <a:latin typeface="Arial"/>
                <a:cs typeface="Arial"/>
              </a:rPr>
              <a:t>ל-Java יש מרכיב הנקרא Collections Framework: ספריית מבני נתונים </a:t>
            </a:r>
          </a:p>
          <a:p>
            <a:pPr marL="0" indent="0" algn="r" rtl="1">
              <a:spcAft>
                <a:spcPts val="0"/>
              </a:spcAft>
              <a:buNone/>
            </a:pPr>
            <a:r>
              <a:rPr lang="he-IL" b="1" u="sng" dirty="0">
                <a:latin typeface="Arial"/>
                <a:cs typeface="Arial"/>
              </a:rPr>
              <a:t>הספרייה מכילה 3 מרכיבים מרכזיים:</a:t>
            </a:r>
          </a:p>
          <a:p>
            <a:pPr marL="457200" indent="-457200" algn="r" rtl="1">
              <a:spcAft>
                <a:spcPts val="0"/>
              </a:spcAft>
              <a:buFont typeface="+mj-lt"/>
              <a:buAutoNum type="arabicParenR"/>
            </a:pPr>
            <a:r>
              <a:rPr lang="he-IL" sz="2400" dirty="0">
                <a:latin typeface="Arial"/>
                <a:cs typeface="Arial"/>
              </a:rPr>
              <a:t>ממשקים</a:t>
            </a:r>
          </a:p>
          <a:p>
            <a:pPr marL="457200" indent="-457200" algn="r" rtl="1">
              <a:spcAft>
                <a:spcPts val="0"/>
              </a:spcAft>
              <a:buFont typeface="+mj-lt"/>
              <a:buAutoNum type="arabicParenR"/>
            </a:pPr>
            <a:r>
              <a:rPr lang="he-IL" sz="2400" dirty="0">
                <a:latin typeface="Arial"/>
                <a:cs typeface="Arial"/>
              </a:rPr>
              <a:t>מימושים</a:t>
            </a:r>
          </a:p>
          <a:p>
            <a:pPr marL="457200" indent="-457200" algn="r" rtl="1">
              <a:spcAft>
                <a:spcPts val="0"/>
              </a:spcAft>
              <a:buFont typeface="+mj-lt"/>
              <a:buAutoNum type="arabicParenR"/>
            </a:pPr>
            <a:r>
              <a:rPr lang="he-IL">
                <a:latin typeface="Arial"/>
                <a:cs typeface="Arial"/>
              </a:rPr>
              <a:t>אלגוריתמים</a:t>
            </a:r>
            <a:endParaRPr lang="he-IL" sz="2400" dirty="0"/>
          </a:p>
          <a:p>
            <a:pPr marL="0" indent="0" rtl="1">
              <a:spcAft>
                <a:spcPts val="0"/>
              </a:spcAft>
              <a:buNone/>
            </a:pPr>
            <a:endParaRPr lang="he-IL" sz="2400" dirty="0"/>
          </a:p>
          <a:p>
            <a:pPr marL="0" indent="0" algn="r" rtl="1">
              <a:spcAft>
                <a:spcPts val="0"/>
              </a:spcAft>
              <a:buNone/>
            </a:pPr>
            <a:r>
              <a:rPr lang="he-IL" sz="2400" dirty="0">
                <a:latin typeface="Arial"/>
                <a:cs typeface="Arial"/>
              </a:rPr>
              <a:t>על מנת להשתמש במרכיבים אלה עלינו לייבא אותם:</a:t>
            </a:r>
          </a:p>
          <a:p>
            <a:pPr marL="0" indent="0" rtl="1">
              <a:spcAft>
                <a:spcPts val="0"/>
              </a:spcAft>
              <a:buNone/>
            </a:pPr>
            <a:endParaRPr lang="he-IL" sz="2000" dirty="0"/>
          </a:p>
          <a:p>
            <a:pPr marL="0" indent="0" rtl="1">
              <a:buNone/>
            </a:pPr>
            <a:endParaRPr lang="he-IL" sz="2000" dirty="0"/>
          </a:p>
        </p:txBody>
      </p:sp>
      <p:pic>
        <p:nvPicPr>
          <p:cNvPr id="9" name="Picture 8"/>
          <p:cNvPicPr/>
          <p:nvPr/>
        </p:nvPicPr>
        <p:blipFill rotWithShape="1">
          <a:blip r:embed="rId2"/>
          <a:srcRect l="50220" t="60777" r="30380" b="33127"/>
          <a:stretch/>
        </p:blipFill>
        <p:spPr bwMode="auto">
          <a:xfrm>
            <a:off x="3347864" y="4725144"/>
            <a:ext cx="2088232" cy="409599"/>
          </a:xfrm>
          <a:prstGeom prst="rect">
            <a:avLst/>
          </a:prstGeom>
          <a:ln>
            <a:noFill/>
          </a:ln>
          <a:extLst>
            <a:ext uri="{53640926-AAD7-44D8-BBD7-CCE9431645EC}">
              <a14:shadowObscured xmlns:a14="http://schemas.microsoft.com/office/drawing/2010/main"/>
            </a:ext>
          </a:extLst>
        </p:spPr>
      </p:pic>
      <p:sp>
        <p:nvSpPr>
          <p:cNvPr id="4" name="Date Placeholder 3">
            <a:extLst>
              <a:ext uri="{FF2B5EF4-FFF2-40B4-BE49-F238E27FC236}">
                <a16:creationId xmlns:a16="http://schemas.microsoft.com/office/drawing/2014/main" id="{7C72F183-679D-4F73-8ABC-652317139222}"/>
              </a:ext>
            </a:extLst>
          </p:cNvPr>
          <p:cNvSpPr>
            <a:spLocks noGrp="1"/>
          </p:cNvSpPr>
          <p:nvPr>
            <p:ph type="dt" sz="half" idx="10"/>
          </p:nvPr>
        </p:nvSpPr>
        <p:spPr/>
        <p:txBody>
          <a:bodyPr/>
          <a:lstStyle/>
          <a:p>
            <a:fld id="{9EA0065F-EF28-4B97-A0AD-547DFD003F9C}" type="datetime8">
              <a:rPr lang="he-IL" smtClean="0"/>
              <a:t>19 אפריל 26</a:t>
            </a:fld>
            <a:endParaRPr lang="en-US" dirty="0"/>
          </a:p>
        </p:txBody>
      </p:sp>
      <p:sp>
        <p:nvSpPr>
          <p:cNvPr id="7" name="Footer Placeholder 6">
            <a:extLst>
              <a:ext uri="{FF2B5EF4-FFF2-40B4-BE49-F238E27FC236}">
                <a16:creationId xmlns:a16="http://schemas.microsoft.com/office/drawing/2014/main" id="{F23D0B4F-4573-4516-955D-356E9D47B38C}"/>
              </a:ext>
            </a:extLst>
          </p:cNvPr>
          <p:cNvSpPr>
            <a:spLocks noGrp="1"/>
          </p:cNvSpPr>
          <p:nvPr>
            <p:ph type="ftr" sz="quarter" idx="11"/>
          </p:nvPr>
        </p:nvSpPr>
        <p:spPr/>
        <p:txBody>
          <a:bodyPr/>
          <a:lstStyle/>
          <a:p>
            <a:r>
              <a:rPr lang="he-IL"/>
              <a:t>עיצוב ותכנות מונחה עצמים מתקדם</a:t>
            </a:r>
            <a:endParaRPr lang="en-US"/>
          </a:p>
        </p:txBody>
      </p:sp>
      <p:sp>
        <p:nvSpPr>
          <p:cNvPr id="8" name="Slide Number Placeholder 7">
            <a:extLst>
              <a:ext uri="{FF2B5EF4-FFF2-40B4-BE49-F238E27FC236}">
                <a16:creationId xmlns:a16="http://schemas.microsoft.com/office/drawing/2014/main" id="{90E2E572-63F3-48F5-A3ED-9F564A773F64}"/>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Tree>
    <p:extLst>
      <p:ext uri="{BB962C8B-B14F-4D97-AF65-F5344CB8AC3E}">
        <p14:creationId xmlns:p14="http://schemas.microsoft.com/office/powerpoint/2010/main" val="3165514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rtl="1"/>
            <a:r>
              <a:rPr lang="he-IL">
                <a:latin typeface="Arial"/>
                <a:cs typeface="Arial"/>
              </a:rPr>
              <a:t>מרכיבי Collections Framework </a:t>
            </a:r>
          </a:p>
        </p:txBody>
      </p:sp>
      <p:sp>
        <p:nvSpPr>
          <p:cNvPr id="6" name="מציין מיקום תוכן 5"/>
          <p:cNvSpPr>
            <a:spLocks noGrp="1"/>
          </p:cNvSpPr>
          <p:nvPr>
            <p:ph sz="quarter" idx="1"/>
          </p:nvPr>
        </p:nvSpPr>
        <p:spPr>
          <a:xfrm>
            <a:off x="457200" y="1219200"/>
            <a:ext cx="8229600" cy="5090120"/>
          </a:xfrm>
        </p:spPr>
        <p:txBody>
          <a:bodyPr>
            <a:noAutofit/>
          </a:bodyPr>
          <a:lstStyle/>
          <a:p>
            <a:pPr marL="0" indent="0" algn="r" rtl="1">
              <a:spcAft>
                <a:spcPts val="0"/>
              </a:spcAft>
              <a:buNone/>
            </a:pPr>
            <a:r>
              <a:rPr lang="he-IL" sz="2400" b="1" u="sng" dirty="0">
                <a:latin typeface="Arial"/>
                <a:cs typeface="Arial"/>
              </a:rPr>
              <a:t>ממשקים</a:t>
            </a:r>
          </a:p>
          <a:p>
            <a:pPr marL="0" indent="0" algn="r" rtl="1">
              <a:spcAft>
                <a:spcPts val="0"/>
              </a:spcAft>
              <a:buNone/>
            </a:pPr>
            <a:r>
              <a:rPr lang="he-IL" sz="2400" dirty="0">
                <a:latin typeface="Arial"/>
                <a:cs typeface="Arial"/>
              </a:rPr>
              <a:t>מגדירים מגוון תנאי-קדם עבור מבני נתונים מבלי לספק מימוש ספציפי.</a:t>
            </a:r>
          </a:p>
          <a:p>
            <a:pPr marL="0" indent="0" rtl="1">
              <a:spcAft>
                <a:spcPts val="0"/>
              </a:spcAft>
              <a:buNone/>
            </a:pPr>
            <a:endParaRPr lang="he-IL" sz="2400" dirty="0"/>
          </a:p>
          <a:p>
            <a:pPr marL="0" indent="0" algn="r" rtl="1">
              <a:spcAft>
                <a:spcPts val="0"/>
              </a:spcAft>
              <a:buNone/>
            </a:pPr>
            <a:r>
              <a:rPr lang="he-IL" sz="2400" b="1" u="sng" dirty="0">
                <a:latin typeface="Arial"/>
                <a:cs typeface="Arial"/>
              </a:rPr>
              <a:t>מימושים </a:t>
            </a:r>
          </a:p>
          <a:p>
            <a:pPr marL="0" indent="0" algn="r" rtl="1">
              <a:spcAft>
                <a:spcPts val="0"/>
              </a:spcAft>
              <a:buNone/>
            </a:pPr>
            <a:r>
              <a:rPr lang="he-IL" sz="2400" dirty="0">
                <a:latin typeface="Arial"/>
                <a:cs typeface="Arial"/>
              </a:rPr>
              <a:t>לוקחים את הממשקים האבסטרקטיים ונותנים להם מימוש קונקרטי</a:t>
            </a:r>
          </a:p>
          <a:p>
            <a:pPr marL="0" indent="0" rtl="1">
              <a:spcAft>
                <a:spcPts val="0"/>
              </a:spcAft>
              <a:buNone/>
            </a:pPr>
            <a:endParaRPr lang="he-IL" sz="2400" dirty="0"/>
          </a:p>
          <a:p>
            <a:pPr marL="0" indent="0" algn="r" rtl="1">
              <a:spcAft>
                <a:spcPts val="0"/>
              </a:spcAft>
              <a:buNone/>
            </a:pPr>
            <a:r>
              <a:rPr lang="he-IL" sz="2400" b="1" u="sng" dirty="0">
                <a:latin typeface="Arial"/>
                <a:cs typeface="Arial"/>
              </a:rPr>
              <a:t>אלגוריתמים </a:t>
            </a:r>
          </a:p>
          <a:p>
            <a:pPr marL="0" indent="0" algn="r" rtl="1">
              <a:spcAft>
                <a:spcPts val="0"/>
              </a:spcAft>
              <a:buNone/>
            </a:pPr>
            <a:r>
              <a:rPr lang="he-IL" sz="2400" dirty="0">
                <a:latin typeface="Arial"/>
                <a:cs typeface="Arial"/>
              </a:rPr>
              <a:t>לוקחים מבני נתונים ומבצעים מגוון פעולות עליהם.</a:t>
            </a:r>
          </a:p>
        </p:txBody>
      </p:sp>
      <p:pic>
        <p:nvPicPr>
          <p:cNvPr id="10" name="Picture 9"/>
          <p:cNvPicPr/>
          <p:nvPr/>
        </p:nvPicPr>
        <p:blipFill rotWithShape="1">
          <a:blip r:embed="rId2"/>
          <a:srcRect l="27153" t="63323" r="42174" b="28775"/>
          <a:stretch/>
        </p:blipFill>
        <p:spPr bwMode="auto">
          <a:xfrm>
            <a:off x="1979712" y="4892844"/>
            <a:ext cx="4680520" cy="745956"/>
          </a:xfrm>
          <a:prstGeom prst="rect">
            <a:avLst/>
          </a:prstGeom>
          <a:ln>
            <a:noFill/>
          </a:ln>
          <a:extLst>
            <a:ext uri="{53640926-AAD7-44D8-BBD7-CCE9431645EC}">
              <a14:shadowObscured xmlns:a14="http://schemas.microsoft.com/office/drawing/2010/main"/>
            </a:ext>
          </a:extLst>
        </p:spPr>
      </p:pic>
      <p:sp>
        <p:nvSpPr>
          <p:cNvPr id="4" name="Date Placeholder 3">
            <a:extLst>
              <a:ext uri="{FF2B5EF4-FFF2-40B4-BE49-F238E27FC236}">
                <a16:creationId xmlns:a16="http://schemas.microsoft.com/office/drawing/2014/main" id="{3B624BD5-2AAE-4727-B7D2-408ACE6050C5}"/>
              </a:ext>
            </a:extLst>
          </p:cNvPr>
          <p:cNvSpPr>
            <a:spLocks noGrp="1"/>
          </p:cNvSpPr>
          <p:nvPr>
            <p:ph type="dt" sz="half" idx="10"/>
          </p:nvPr>
        </p:nvSpPr>
        <p:spPr/>
        <p:txBody>
          <a:bodyPr/>
          <a:lstStyle/>
          <a:p>
            <a:fld id="{A29E7AAC-4EB1-44ED-AE81-2DA4404BBA3B}" type="datetime8">
              <a:rPr lang="he-IL" smtClean="0"/>
              <a:t>19 אפריל 26</a:t>
            </a:fld>
            <a:endParaRPr lang="en-US" dirty="0"/>
          </a:p>
        </p:txBody>
      </p:sp>
      <p:sp>
        <p:nvSpPr>
          <p:cNvPr id="7" name="Footer Placeholder 6">
            <a:extLst>
              <a:ext uri="{FF2B5EF4-FFF2-40B4-BE49-F238E27FC236}">
                <a16:creationId xmlns:a16="http://schemas.microsoft.com/office/drawing/2014/main" id="{8003D82A-9087-437B-802D-49B9D3E54785}"/>
              </a:ext>
            </a:extLst>
          </p:cNvPr>
          <p:cNvSpPr>
            <a:spLocks noGrp="1"/>
          </p:cNvSpPr>
          <p:nvPr>
            <p:ph type="ftr" sz="quarter" idx="11"/>
          </p:nvPr>
        </p:nvSpPr>
        <p:spPr/>
        <p:txBody>
          <a:bodyPr/>
          <a:lstStyle/>
          <a:p>
            <a:r>
              <a:rPr lang="he-IL"/>
              <a:t>עיצוב ותכנות מונחה עצמים מתקדם</a:t>
            </a:r>
            <a:endParaRPr lang="en-US"/>
          </a:p>
        </p:txBody>
      </p:sp>
      <p:sp>
        <p:nvSpPr>
          <p:cNvPr id="8" name="Slide Number Placeholder 7">
            <a:extLst>
              <a:ext uri="{FF2B5EF4-FFF2-40B4-BE49-F238E27FC236}">
                <a16:creationId xmlns:a16="http://schemas.microsoft.com/office/drawing/2014/main" id="{F4B9B7E9-6DE6-43A6-991B-A482D70CB494}"/>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spTree>
    <p:extLst>
      <p:ext uri="{BB962C8B-B14F-4D97-AF65-F5344CB8AC3E}">
        <p14:creationId xmlns:p14="http://schemas.microsoft.com/office/powerpoint/2010/main" val="3536177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76A31-D41D-4BB2-8760-143482D32D6A}"/>
              </a:ext>
            </a:extLst>
          </p:cNvPr>
          <p:cNvSpPr>
            <a:spLocks noGrp="1"/>
          </p:cNvSpPr>
          <p:nvPr>
            <p:ph type="title"/>
          </p:nvPr>
        </p:nvSpPr>
        <p:spPr/>
        <p:txBody>
          <a:bodyPr/>
          <a:lstStyle/>
          <a:p>
            <a:pPr algn="l"/>
            <a:r>
              <a:rPr lang="en-US" dirty="0"/>
              <a:t>Collections framework hierarchy</a:t>
            </a:r>
          </a:p>
        </p:txBody>
      </p:sp>
      <p:sp>
        <p:nvSpPr>
          <p:cNvPr id="6" name="Content Placeholder 5">
            <a:extLst>
              <a:ext uri="{FF2B5EF4-FFF2-40B4-BE49-F238E27FC236}">
                <a16:creationId xmlns:a16="http://schemas.microsoft.com/office/drawing/2014/main" id="{EC42270A-9559-45CE-8CD0-03AAA8381E0F}"/>
              </a:ext>
            </a:extLst>
          </p:cNvPr>
          <p:cNvSpPr>
            <a:spLocks noGrp="1"/>
          </p:cNvSpPr>
          <p:nvPr>
            <p:ph sz="quarter" idx="1"/>
          </p:nvPr>
        </p:nvSpPr>
        <p:spPr/>
        <p:txBody>
          <a:bodyPr/>
          <a:lstStyle/>
          <a:p>
            <a:endParaRPr lang="en-US"/>
          </a:p>
        </p:txBody>
      </p:sp>
      <p:pic>
        <p:nvPicPr>
          <p:cNvPr id="1026" name="Picture 2" descr="Java Collection Framework Hierarchy">
            <a:extLst>
              <a:ext uri="{FF2B5EF4-FFF2-40B4-BE49-F238E27FC236}">
                <a16:creationId xmlns:a16="http://schemas.microsoft.com/office/drawing/2014/main" id="{FF564EEC-9B6A-4BDB-849B-4685613B95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432"/>
          <a:stretch/>
        </p:blipFill>
        <p:spPr bwMode="auto">
          <a:xfrm>
            <a:off x="36512" y="1697210"/>
            <a:ext cx="9144000" cy="4658360"/>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016D0DD2-646A-4AAD-A1D8-ECD106BC7F46}"/>
              </a:ext>
            </a:extLst>
          </p:cNvPr>
          <p:cNvSpPr>
            <a:spLocks noGrp="1"/>
          </p:cNvSpPr>
          <p:nvPr>
            <p:ph type="dt" sz="half" idx="10"/>
          </p:nvPr>
        </p:nvSpPr>
        <p:spPr/>
        <p:txBody>
          <a:bodyPr/>
          <a:lstStyle/>
          <a:p>
            <a:fld id="{6688727D-2B97-4153-9F24-37095E24F816}" type="datetime8">
              <a:rPr lang="he-IL" smtClean="0"/>
              <a:t>19 אפריל 26</a:t>
            </a:fld>
            <a:endParaRPr lang="en-US" dirty="0"/>
          </a:p>
        </p:txBody>
      </p:sp>
      <p:sp>
        <p:nvSpPr>
          <p:cNvPr id="8" name="Footer Placeholder 7">
            <a:extLst>
              <a:ext uri="{FF2B5EF4-FFF2-40B4-BE49-F238E27FC236}">
                <a16:creationId xmlns:a16="http://schemas.microsoft.com/office/drawing/2014/main" id="{9FFC4C54-96DF-43F7-A046-8FB3F5F0503E}"/>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338ED105-3072-4690-8911-08B788CEC41F}"/>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dirty="0"/>
          </a:p>
        </p:txBody>
      </p:sp>
    </p:spTree>
    <p:extLst>
      <p:ext uri="{BB962C8B-B14F-4D97-AF65-F5344CB8AC3E}">
        <p14:creationId xmlns:p14="http://schemas.microsoft.com/office/powerpoint/2010/main" val="21282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rtl="1"/>
            <a:r>
              <a:rPr lang="he-IL" dirty="0">
                <a:latin typeface="Arial"/>
                <a:cs typeface="Arial"/>
              </a:rPr>
              <a:t>חשיבותה של ספריית </a:t>
            </a:r>
            <a:r>
              <a:rPr lang="en-US" dirty="0">
                <a:latin typeface="Arial"/>
                <a:cs typeface="Arial"/>
              </a:rPr>
              <a:t>Collections</a:t>
            </a:r>
            <a:endParaRPr lang="he-IL" dirty="0">
              <a:latin typeface="Arial"/>
              <a:cs typeface="Arial"/>
            </a:endParaRPr>
          </a:p>
        </p:txBody>
      </p:sp>
      <p:sp>
        <p:nvSpPr>
          <p:cNvPr id="6" name="מציין מיקום תוכן 5"/>
          <p:cNvSpPr>
            <a:spLocks noGrp="1"/>
          </p:cNvSpPr>
          <p:nvPr>
            <p:ph sz="quarter" idx="1"/>
          </p:nvPr>
        </p:nvSpPr>
        <p:spPr>
          <a:xfrm>
            <a:off x="457200" y="1219200"/>
            <a:ext cx="8229600" cy="5137150"/>
          </a:xfrm>
        </p:spPr>
        <p:txBody>
          <a:bodyPr>
            <a:normAutofit/>
          </a:bodyPr>
          <a:lstStyle/>
          <a:p>
            <a:pPr algn="r" rtl="1">
              <a:spcAft>
                <a:spcPts val="1200"/>
              </a:spcAft>
              <a:buFont typeface="Wingdings 3" panose="05040102010807070707" pitchFamily="18" charset="2"/>
              <a:buChar char=""/>
            </a:pPr>
            <a:r>
              <a:rPr lang="he-IL" sz="2400" dirty="0">
                <a:latin typeface="Arial"/>
                <a:cs typeface="Arial"/>
              </a:rPr>
              <a:t>המתכנת מתמקד בקוד שלו</a:t>
            </a:r>
          </a:p>
          <a:p>
            <a:pPr algn="r" rtl="1">
              <a:spcAft>
                <a:spcPts val="1200"/>
              </a:spcAft>
              <a:buFont typeface="Wingdings 3" panose="05040102010807070707" pitchFamily="18" charset="2"/>
              <a:buChar char=""/>
            </a:pPr>
            <a:r>
              <a:rPr lang="he-IL" sz="2400" dirty="0">
                <a:latin typeface="Arial"/>
                <a:cs typeface="Arial"/>
              </a:rPr>
              <a:t>אין צורך להמציא מחדש את הגלגל</a:t>
            </a:r>
          </a:p>
          <a:p>
            <a:pPr algn="r" rtl="1">
              <a:spcAft>
                <a:spcPts val="1200"/>
              </a:spcAft>
              <a:buFont typeface="Wingdings 3" panose="05040102010807070707" pitchFamily="18" charset="2"/>
              <a:buChar char=""/>
            </a:pPr>
            <a:r>
              <a:rPr lang="he-IL" sz="2400" dirty="0">
                <a:latin typeface="Arial"/>
                <a:cs typeface="Arial"/>
              </a:rPr>
              <a:t>אין צורך ללמוד להשתמש ב-APIs חדשים</a:t>
            </a:r>
          </a:p>
          <a:p>
            <a:pPr algn="r" rtl="1">
              <a:spcAft>
                <a:spcPts val="1200"/>
              </a:spcAft>
              <a:buFont typeface="Wingdings 3" panose="05040102010807070707" pitchFamily="18" charset="2"/>
              <a:buChar char=""/>
            </a:pPr>
            <a:r>
              <a:rPr lang="he-IL" sz="2400" dirty="0">
                <a:latin typeface="Arial"/>
                <a:cs typeface="Arial"/>
              </a:rPr>
              <a:t>איכות, קוד שעבר אופטימיזציה ונבדק על ידי מיליוני משתמשים</a:t>
            </a:r>
          </a:p>
          <a:p>
            <a:pPr algn="r" rtl="1">
              <a:spcAft>
                <a:spcPts val="1200"/>
              </a:spcAft>
              <a:buFont typeface="Wingdings 3" panose="05040102010807070707" pitchFamily="18" charset="2"/>
              <a:buChar char=""/>
            </a:pPr>
            <a:r>
              <a:rPr lang="he-IL" sz="2400" dirty="0">
                <a:latin typeface="Arial"/>
                <a:cs typeface="Arial"/>
              </a:rPr>
              <a:t>מאפשר ל-APIs שונים לעבוד אחד עם השני</a:t>
            </a:r>
          </a:p>
          <a:p>
            <a:pPr algn="l" rtl="1">
              <a:spcAft>
                <a:spcPts val="1200"/>
              </a:spcAft>
            </a:pPr>
            <a:endParaRPr lang="he-IL" sz="3800" dirty="0"/>
          </a:p>
          <a:p>
            <a:pPr algn="l" rtl="1">
              <a:spcAft>
                <a:spcPts val="1200"/>
              </a:spcAft>
            </a:pPr>
            <a:endParaRPr lang="he-IL" sz="3800" dirty="0"/>
          </a:p>
          <a:p>
            <a:pPr marL="0" indent="0" rtl="1">
              <a:buNone/>
            </a:pPr>
            <a:endParaRPr lang="he-IL" sz="3800" b="1" u="sng" dirty="0"/>
          </a:p>
        </p:txBody>
      </p:sp>
      <p:sp>
        <p:nvSpPr>
          <p:cNvPr id="7" name="Date Placeholder 6">
            <a:extLst>
              <a:ext uri="{FF2B5EF4-FFF2-40B4-BE49-F238E27FC236}">
                <a16:creationId xmlns:a16="http://schemas.microsoft.com/office/drawing/2014/main" id="{BE8D66BB-31B8-4555-9B0F-944AD494CCD4}"/>
              </a:ext>
            </a:extLst>
          </p:cNvPr>
          <p:cNvSpPr>
            <a:spLocks noGrp="1"/>
          </p:cNvSpPr>
          <p:nvPr>
            <p:ph type="dt" sz="half" idx="10"/>
          </p:nvPr>
        </p:nvSpPr>
        <p:spPr/>
        <p:txBody>
          <a:bodyPr/>
          <a:lstStyle/>
          <a:p>
            <a:fld id="{523C5F1D-4E48-462A-B8AB-BC769DF3AA97}" type="datetime8">
              <a:rPr lang="he-IL" smtClean="0"/>
              <a:t>19 אפריל 26</a:t>
            </a:fld>
            <a:endParaRPr lang="en-US" dirty="0"/>
          </a:p>
        </p:txBody>
      </p:sp>
      <p:sp>
        <p:nvSpPr>
          <p:cNvPr id="8" name="Footer Placeholder 7">
            <a:extLst>
              <a:ext uri="{FF2B5EF4-FFF2-40B4-BE49-F238E27FC236}">
                <a16:creationId xmlns:a16="http://schemas.microsoft.com/office/drawing/2014/main" id="{0478C6C3-68B1-47A7-9D68-FA10D0234484}"/>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58E9CA10-F3F0-42E6-89CB-5683BB9E05AB}"/>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Tree>
    <p:extLst>
      <p:ext uri="{BB962C8B-B14F-4D97-AF65-F5344CB8AC3E}">
        <p14:creationId xmlns:p14="http://schemas.microsoft.com/office/powerpoint/2010/main" val="1625815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0AC768D-7D24-4DDF-B19F-93A718FF87FC}"/>
              </a:ext>
            </a:extLst>
          </p:cNvPr>
          <p:cNvSpPr>
            <a:spLocks noGrp="1"/>
          </p:cNvSpPr>
          <p:nvPr>
            <p:ph type="title"/>
          </p:nvPr>
        </p:nvSpPr>
        <p:spPr/>
        <p:txBody>
          <a:bodyPr/>
          <a:lstStyle/>
          <a:p>
            <a:pPr rtl="1"/>
            <a:r>
              <a:rPr lang="he-IL">
                <a:latin typeface="Arial"/>
                <a:cs typeface="Arial"/>
              </a:rPr>
              <a:t>Generics</a:t>
            </a:r>
            <a:endParaRPr lang="he-IL" dirty="0"/>
          </a:p>
        </p:txBody>
      </p:sp>
      <p:sp>
        <p:nvSpPr>
          <p:cNvPr id="2" name="Date Placeholder 1">
            <a:extLst>
              <a:ext uri="{FF2B5EF4-FFF2-40B4-BE49-F238E27FC236}">
                <a16:creationId xmlns:a16="http://schemas.microsoft.com/office/drawing/2014/main" id="{A8307BA4-C219-496A-AF66-609A2B409B96}"/>
              </a:ext>
            </a:extLst>
          </p:cNvPr>
          <p:cNvSpPr>
            <a:spLocks noGrp="1"/>
          </p:cNvSpPr>
          <p:nvPr>
            <p:ph type="dt" sz="half" idx="10"/>
          </p:nvPr>
        </p:nvSpPr>
        <p:spPr/>
        <p:txBody>
          <a:bodyPr/>
          <a:lstStyle/>
          <a:p>
            <a:pPr eaLnBrk="1" latinLnBrk="0" hangingPunct="1"/>
            <a:fld id="{2D62F019-782B-4B11-A16A-401534BC1B0A}" type="datetime8">
              <a:rPr lang="he-IL" smtClean="0"/>
              <a:t>19 אפריל 26</a:t>
            </a:fld>
            <a:endParaRPr lang="en-US"/>
          </a:p>
        </p:txBody>
      </p:sp>
      <p:sp>
        <p:nvSpPr>
          <p:cNvPr id="6" name="Footer Placeholder 5">
            <a:extLst>
              <a:ext uri="{FF2B5EF4-FFF2-40B4-BE49-F238E27FC236}">
                <a16:creationId xmlns:a16="http://schemas.microsoft.com/office/drawing/2014/main" id="{2F65D987-6535-4A88-8D0F-F42C4834558D}"/>
              </a:ext>
            </a:extLst>
          </p:cNvPr>
          <p:cNvSpPr>
            <a:spLocks noGrp="1"/>
          </p:cNvSpPr>
          <p:nvPr>
            <p:ph type="ftr" sz="quarter" idx="11"/>
          </p:nvPr>
        </p:nvSpPr>
        <p:spPr/>
        <p:txBody>
          <a:bodyPr/>
          <a:lstStyle/>
          <a:p>
            <a:r>
              <a:rPr kumimoji="0" lang="he-IL"/>
              <a:t>עיצוב ותכנות מונחה עצמים מתקדם</a:t>
            </a:r>
            <a:endParaRPr kumimoji="0" lang="en-US"/>
          </a:p>
        </p:txBody>
      </p:sp>
      <p:sp>
        <p:nvSpPr>
          <p:cNvPr id="8" name="Slide Number Placeholder 7">
            <a:extLst>
              <a:ext uri="{FF2B5EF4-FFF2-40B4-BE49-F238E27FC236}">
                <a16:creationId xmlns:a16="http://schemas.microsoft.com/office/drawing/2014/main" id="{BD77023D-69D0-41D4-9FE8-D96F9BD1AC62}"/>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12</a:t>
            </a:fld>
            <a:endParaRPr kumimoji="0" lang="en-US"/>
          </a:p>
        </p:txBody>
      </p:sp>
    </p:spTree>
    <p:extLst>
      <p:ext uri="{BB962C8B-B14F-4D97-AF65-F5344CB8AC3E}">
        <p14:creationId xmlns:p14="http://schemas.microsoft.com/office/powerpoint/2010/main" val="510260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Arrow Connector 19">
            <a:extLst>
              <a:ext uri="{FF2B5EF4-FFF2-40B4-BE49-F238E27FC236}">
                <a16:creationId xmlns:a16="http://schemas.microsoft.com/office/drawing/2014/main" id="{DB5A2CAD-4E28-47AD-B4CC-5252D75E442F}"/>
              </a:ext>
            </a:extLst>
          </p:cNvPr>
          <p:cNvCxnSpPr>
            <a:cxnSpLocks/>
          </p:cNvCxnSpPr>
          <p:nvPr/>
        </p:nvCxnSpPr>
        <p:spPr>
          <a:xfrm flipV="1">
            <a:off x="410523" y="3728504"/>
            <a:ext cx="8204719" cy="70854"/>
          </a:xfrm>
          <a:prstGeom prst="straightConnector1">
            <a:avLst/>
          </a:prstGeom>
          <a:ln w="22225">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D646959-284B-4AAE-B275-37C66D6D1814}"/>
              </a:ext>
            </a:extLst>
          </p:cNvPr>
          <p:cNvCxnSpPr>
            <a:cxnSpLocks/>
          </p:cNvCxnSpPr>
          <p:nvPr/>
        </p:nvCxnSpPr>
        <p:spPr>
          <a:xfrm flipV="1">
            <a:off x="4508454" y="1412776"/>
            <a:ext cx="0" cy="4752528"/>
          </a:xfrm>
          <a:prstGeom prst="straightConnector1">
            <a:avLst/>
          </a:prstGeom>
          <a:ln w="22225">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2" name="כותרת 1"/>
          <p:cNvSpPr>
            <a:spLocks noGrp="1"/>
          </p:cNvSpPr>
          <p:nvPr>
            <p:ph type="title"/>
          </p:nvPr>
        </p:nvSpPr>
        <p:spPr/>
        <p:txBody>
          <a:bodyPr>
            <a:normAutofit/>
          </a:bodyPr>
          <a:lstStyle/>
          <a:p>
            <a:pPr algn="r" rtl="1"/>
            <a:r>
              <a:rPr lang="he-IL">
                <a:latin typeface="Arial"/>
                <a:cs typeface="Arial"/>
              </a:rPr>
              <a:t>מבוא ל-Generics</a:t>
            </a:r>
          </a:p>
        </p:txBody>
      </p:sp>
      <p:sp>
        <p:nvSpPr>
          <p:cNvPr id="6" name="Oval 5">
            <a:extLst>
              <a:ext uri="{FF2B5EF4-FFF2-40B4-BE49-F238E27FC236}">
                <a16:creationId xmlns:a16="http://schemas.microsoft.com/office/drawing/2014/main" id="{6D304930-2710-47F4-A3F0-EE55B8F4F458}"/>
              </a:ext>
            </a:extLst>
          </p:cNvPr>
          <p:cNvSpPr/>
          <p:nvPr/>
        </p:nvSpPr>
        <p:spPr>
          <a:xfrm>
            <a:off x="3464338" y="1700808"/>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Collection</a:t>
            </a:r>
          </a:p>
        </p:txBody>
      </p:sp>
      <p:sp>
        <p:nvSpPr>
          <p:cNvPr id="9" name="Oval 8">
            <a:extLst>
              <a:ext uri="{FF2B5EF4-FFF2-40B4-BE49-F238E27FC236}">
                <a16:creationId xmlns:a16="http://schemas.microsoft.com/office/drawing/2014/main" id="{9EA72F57-04D5-474E-8AD1-0C28658ECC98}"/>
              </a:ext>
            </a:extLst>
          </p:cNvPr>
          <p:cNvSpPr/>
          <p:nvPr/>
        </p:nvSpPr>
        <p:spPr>
          <a:xfrm>
            <a:off x="3464338" y="4778983"/>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Linked list</a:t>
            </a:r>
          </a:p>
        </p:txBody>
      </p:sp>
      <p:sp>
        <p:nvSpPr>
          <p:cNvPr id="10" name="Oval 9">
            <a:extLst>
              <a:ext uri="{FF2B5EF4-FFF2-40B4-BE49-F238E27FC236}">
                <a16:creationId xmlns:a16="http://schemas.microsoft.com/office/drawing/2014/main" id="{72B7E65D-1307-4A72-A64F-BFD3E5982DF9}"/>
              </a:ext>
            </a:extLst>
          </p:cNvPr>
          <p:cNvSpPr/>
          <p:nvPr/>
        </p:nvSpPr>
        <p:spPr>
          <a:xfrm>
            <a:off x="3464338" y="3223871"/>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List</a:t>
            </a:r>
          </a:p>
        </p:txBody>
      </p:sp>
      <p:sp>
        <p:nvSpPr>
          <p:cNvPr id="12" name="Oval 11">
            <a:extLst>
              <a:ext uri="{FF2B5EF4-FFF2-40B4-BE49-F238E27FC236}">
                <a16:creationId xmlns:a16="http://schemas.microsoft.com/office/drawing/2014/main" id="{5ED3D56B-D133-459E-AFD7-83071A9CF644}"/>
              </a:ext>
            </a:extLst>
          </p:cNvPr>
          <p:cNvSpPr/>
          <p:nvPr/>
        </p:nvSpPr>
        <p:spPr>
          <a:xfrm>
            <a:off x="3464338" y="1700808"/>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Collection of</a:t>
            </a:r>
          </a:p>
          <a:p>
            <a:pPr algn="ctr"/>
            <a:r>
              <a:rPr lang="en-US" dirty="0">
                <a:solidFill>
                  <a:srgbClr val="002060"/>
                </a:solidFill>
              </a:rPr>
              <a:t>books</a:t>
            </a:r>
          </a:p>
        </p:txBody>
      </p:sp>
      <p:sp>
        <p:nvSpPr>
          <p:cNvPr id="13" name="Oval 12">
            <a:extLst>
              <a:ext uri="{FF2B5EF4-FFF2-40B4-BE49-F238E27FC236}">
                <a16:creationId xmlns:a16="http://schemas.microsoft.com/office/drawing/2014/main" id="{5763A8C4-B7B3-4E06-AE0C-B2E41F076EC1}"/>
              </a:ext>
            </a:extLst>
          </p:cNvPr>
          <p:cNvSpPr/>
          <p:nvPr/>
        </p:nvSpPr>
        <p:spPr>
          <a:xfrm>
            <a:off x="3464338" y="4778983"/>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Linked list of books</a:t>
            </a:r>
          </a:p>
        </p:txBody>
      </p:sp>
      <p:sp>
        <p:nvSpPr>
          <p:cNvPr id="14" name="Oval 13">
            <a:extLst>
              <a:ext uri="{FF2B5EF4-FFF2-40B4-BE49-F238E27FC236}">
                <a16:creationId xmlns:a16="http://schemas.microsoft.com/office/drawing/2014/main" id="{5D23752D-5D23-4AE5-8ABE-1C007A085062}"/>
              </a:ext>
            </a:extLst>
          </p:cNvPr>
          <p:cNvSpPr/>
          <p:nvPr/>
        </p:nvSpPr>
        <p:spPr>
          <a:xfrm>
            <a:off x="3464338" y="3223871"/>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List of books</a:t>
            </a:r>
          </a:p>
        </p:txBody>
      </p:sp>
      <p:sp>
        <p:nvSpPr>
          <p:cNvPr id="16" name="TextBox 15">
            <a:extLst>
              <a:ext uri="{FF2B5EF4-FFF2-40B4-BE49-F238E27FC236}">
                <a16:creationId xmlns:a16="http://schemas.microsoft.com/office/drawing/2014/main" id="{D5F083D2-611C-4530-8BAC-09A36B035B64}"/>
              </a:ext>
            </a:extLst>
          </p:cNvPr>
          <p:cNvSpPr txBox="1"/>
          <p:nvPr/>
        </p:nvSpPr>
        <p:spPr>
          <a:xfrm>
            <a:off x="4975458" y="1340768"/>
            <a:ext cx="1612770" cy="369332"/>
          </a:xfrm>
          <a:prstGeom prst="rect">
            <a:avLst/>
          </a:prstGeom>
          <a:noFill/>
        </p:spPr>
        <p:txBody>
          <a:bodyPr wrap="square" rtlCol="1">
            <a:spAutoFit/>
          </a:bodyPr>
          <a:lstStyle/>
          <a:p>
            <a:r>
              <a:rPr lang="en-US" dirty="0"/>
              <a:t>Abstraction</a:t>
            </a:r>
          </a:p>
        </p:txBody>
      </p:sp>
      <p:sp>
        <p:nvSpPr>
          <p:cNvPr id="17" name="TextBox 16">
            <a:extLst>
              <a:ext uri="{FF2B5EF4-FFF2-40B4-BE49-F238E27FC236}">
                <a16:creationId xmlns:a16="http://schemas.microsoft.com/office/drawing/2014/main" id="{B961905C-7F30-4F39-AC6B-7F30D8D61CEA}"/>
              </a:ext>
            </a:extLst>
          </p:cNvPr>
          <p:cNvSpPr txBox="1"/>
          <p:nvPr/>
        </p:nvSpPr>
        <p:spPr>
          <a:xfrm>
            <a:off x="4975458" y="5752825"/>
            <a:ext cx="1612770" cy="369332"/>
          </a:xfrm>
          <a:prstGeom prst="rect">
            <a:avLst/>
          </a:prstGeom>
          <a:noFill/>
        </p:spPr>
        <p:txBody>
          <a:bodyPr wrap="square" rtlCol="1">
            <a:spAutoFit/>
          </a:bodyPr>
          <a:lstStyle/>
          <a:p>
            <a:r>
              <a:rPr lang="en-US" dirty="0"/>
              <a:t>Specification</a:t>
            </a:r>
          </a:p>
        </p:txBody>
      </p:sp>
      <p:sp>
        <p:nvSpPr>
          <p:cNvPr id="18" name="Oval 17">
            <a:extLst>
              <a:ext uri="{FF2B5EF4-FFF2-40B4-BE49-F238E27FC236}">
                <a16:creationId xmlns:a16="http://schemas.microsoft.com/office/drawing/2014/main" id="{BA8F5346-F956-4A87-9187-76AB49DD2CD3}"/>
              </a:ext>
            </a:extLst>
          </p:cNvPr>
          <p:cNvSpPr/>
          <p:nvPr/>
        </p:nvSpPr>
        <p:spPr>
          <a:xfrm>
            <a:off x="947202" y="3223871"/>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List of People</a:t>
            </a:r>
          </a:p>
        </p:txBody>
      </p:sp>
      <p:sp>
        <p:nvSpPr>
          <p:cNvPr id="19" name="Oval 18">
            <a:extLst>
              <a:ext uri="{FF2B5EF4-FFF2-40B4-BE49-F238E27FC236}">
                <a16:creationId xmlns:a16="http://schemas.microsoft.com/office/drawing/2014/main" id="{25575206-AA8E-4063-BBA5-F399C8982A42}"/>
              </a:ext>
            </a:extLst>
          </p:cNvPr>
          <p:cNvSpPr/>
          <p:nvPr/>
        </p:nvSpPr>
        <p:spPr>
          <a:xfrm>
            <a:off x="5983570" y="3223871"/>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List of Trucks</a:t>
            </a:r>
          </a:p>
        </p:txBody>
      </p:sp>
      <p:sp>
        <p:nvSpPr>
          <p:cNvPr id="23" name="TextBox 22">
            <a:extLst>
              <a:ext uri="{FF2B5EF4-FFF2-40B4-BE49-F238E27FC236}">
                <a16:creationId xmlns:a16="http://schemas.microsoft.com/office/drawing/2014/main" id="{6CB0E644-725C-4C1C-B500-EA300771853E}"/>
              </a:ext>
            </a:extLst>
          </p:cNvPr>
          <p:cNvSpPr txBox="1"/>
          <p:nvPr/>
        </p:nvSpPr>
        <p:spPr>
          <a:xfrm>
            <a:off x="7092280" y="2597221"/>
            <a:ext cx="1756782" cy="646331"/>
          </a:xfrm>
          <a:prstGeom prst="rect">
            <a:avLst/>
          </a:prstGeom>
          <a:noFill/>
        </p:spPr>
        <p:txBody>
          <a:bodyPr wrap="square" rtlCol="1">
            <a:spAutoFit/>
          </a:bodyPr>
          <a:lstStyle/>
          <a:p>
            <a:r>
              <a:rPr lang="en-US" dirty="0"/>
              <a:t>Type parametrization</a:t>
            </a:r>
          </a:p>
        </p:txBody>
      </p:sp>
      <p:sp>
        <p:nvSpPr>
          <p:cNvPr id="24" name="TextBox 23">
            <a:extLst>
              <a:ext uri="{FF2B5EF4-FFF2-40B4-BE49-F238E27FC236}">
                <a16:creationId xmlns:a16="http://schemas.microsoft.com/office/drawing/2014/main" id="{4538058F-4D32-48FD-8C21-A1F3A2E72446}"/>
              </a:ext>
            </a:extLst>
          </p:cNvPr>
          <p:cNvSpPr txBox="1"/>
          <p:nvPr/>
        </p:nvSpPr>
        <p:spPr>
          <a:xfrm>
            <a:off x="410364" y="2559161"/>
            <a:ext cx="1756782" cy="646331"/>
          </a:xfrm>
          <a:prstGeom prst="rect">
            <a:avLst/>
          </a:prstGeom>
          <a:noFill/>
        </p:spPr>
        <p:txBody>
          <a:bodyPr wrap="square" rtlCol="1">
            <a:spAutoFit/>
          </a:bodyPr>
          <a:lstStyle/>
          <a:p>
            <a:r>
              <a:rPr lang="en-US" dirty="0"/>
              <a:t>Type parametrization</a:t>
            </a:r>
          </a:p>
        </p:txBody>
      </p:sp>
      <p:sp>
        <p:nvSpPr>
          <p:cNvPr id="25" name="Oval 24">
            <a:extLst>
              <a:ext uri="{FF2B5EF4-FFF2-40B4-BE49-F238E27FC236}">
                <a16:creationId xmlns:a16="http://schemas.microsoft.com/office/drawing/2014/main" id="{3875A874-7A57-4C37-9945-C4DE28D7ED1D}"/>
              </a:ext>
            </a:extLst>
          </p:cNvPr>
          <p:cNvSpPr/>
          <p:nvPr/>
        </p:nvSpPr>
        <p:spPr>
          <a:xfrm>
            <a:off x="3464338" y="1700808"/>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Shape</a:t>
            </a:r>
          </a:p>
        </p:txBody>
      </p:sp>
      <p:sp>
        <p:nvSpPr>
          <p:cNvPr id="26" name="Oval 25">
            <a:extLst>
              <a:ext uri="{FF2B5EF4-FFF2-40B4-BE49-F238E27FC236}">
                <a16:creationId xmlns:a16="http://schemas.microsoft.com/office/drawing/2014/main" id="{28C11629-81E9-4933-8675-EA1B9CBD8A84}"/>
              </a:ext>
            </a:extLst>
          </p:cNvPr>
          <p:cNvSpPr/>
          <p:nvPr/>
        </p:nvSpPr>
        <p:spPr>
          <a:xfrm>
            <a:off x="3464338" y="4778983"/>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Triangle</a:t>
            </a:r>
          </a:p>
        </p:txBody>
      </p:sp>
      <p:sp>
        <p:nvSpPr>
          <p:cNvPr id="27" name="Oval 26">
            <a:extLst>
              <a:ext uri="{FF2B5EF4-FFF2-40B4-BE49-F238E27FC236}">
                <a16:creationId xmlns:a16="http://schemas.microsoft.com/office/drawing/2014/main" id="{C88394E1-37C7-4D29-A257-72DEE0CB33DF}"/>
              </a:ext>
            </a:extLst>
          </p:cNvPr>
          <p:cNvSpPr/>
          <p:nvPr/>
        </p:nvSpPr>
        <p:spPr>
          <a:xfrm>
            <a:off x="3464338" y="3223871"/>
            <a:ext cx="2088232" cy="10801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rgbClr val="002060"/>
                </a:solidFill>
              </a:rPr>
              <a:t>Polygon</a:t>
            </a:r>
          </a:p>
        </p:txBody>
      </p:sp>
      <p:sp>
        <p:nvSpPr>
          <p:cNvPr id="7" name="Date Placeholder 6">
            <a:extLst>
              <a:ext uri="{FF2B5EF4-FFF2-40B4-BE49-F238E27FC236}">
                <a16:creationId xmlns:a16="http://schemas.microsoft.com/office/drawing/2014/main" id="{DD582C63-4E91-456C-B71A-711B2AD53029}"/>
              </a:ext>
            </a:extLst>
          </p:cNvPr>
          <p:cNvSpPr>
            <a:spLocks noGrp="1"/>
          </p:cNvSpPr>
          <p:nvPr>
            <p:ph type="dt" sz="half" idx="10"/>
          </p:nvPr>
        </p:nvSpPr>
        <p:spPr/>
        <p:txBody>
          <a:bodyPr/>
          <a:lstStyle/>
          <a:p>
            <a:fld id="{95BFAFFE-CDFB-445A-A0AD-2FAD132F772B}" type="datetime8">
              <a:rPr lang="he-IL" smtClean="0"/>
              <a:t>19 אפריל 26</a:t>
            </a:fld>
            <a:endParaRPr lang="en-US" dirty="0"/>
          </a:p>
        </p:txBody>
      </p:sp>
      <p:sp>
        <p:nvSpPr>
          <p:cNvPr id="8" name="Footer Placeholder 7">
            <a:extLst>
              <a:ext uri="{FF2B5EF4-FFF2-40B4-BE49-F238E27FC236}">
                <a16:creationId xmlns:a16="http://schemas.microsoft.com/office/drawing/2014/main" id="{88E55327-8C3E-4E88-BB30-EA7A5FBB8677}"/>
              </a:ext>
            </a:extLst>
          </p:cNvPr>
          <p:cNvSpPr>
            <a:spLocks noGrp="1"/>
          </p:cNvSpPr>
          <p:nvPr>
            <p:ph type="ftr" sz="quarter" idx="11"/>
          </p:nvPr>
        </p:nvSpPr>
        <p:spPr/>
        <p:txBody>
          <a:bodyPr/>
          <a:lstStyle/>
          <a:p>
            <a:r>
              <a:rPr lang="he-IL"/>
              <a:t>עיצוב ותכנות מונחה עצמים מתקדם</a:t>
            </a:r>
            <a:endParaRPr lang="en-US"/>
          </a:p>
        </p:txBody>
      </p:sp>
      <p:sp>
        <p:nvSpPr>
          <p:cNvPr id="11" name="Slide Number Placeholder 10">
            <a:extLst>
              <a:ext uri="{FF2B5EF4-FFF2-40B4-BE49-F238E27FC236}">
                <a16:creationId xmlns:a16="http://schemas.microsoft.com/office/drawing/2014/main" id="{4B03858A-69FD-44C6-882A-CC62E24E2198}"/>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13</a:t>
            </a:fld>
            <a:endParaRPr kumimoji="0" lang="en-US" dirty="0"/>
          </a:p>
        </p:txBody>
      </p:sp>
    </p:spTree>
    <p:extLst>
      <p:ext uri="{BB962C8B-B14F-4D97-AF65-F5344CB8AC3E}">
        <p14:creationId xmlns:p14="http://schemas.microsoft.com/office/powerpoint/2010/main" val="24425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2" grpId="0" animBg="1"/>
      <p:bldP spid="13" grpId="0" animBg="1"/>
      <p:bldP spid="14" grpId="0" animBg="1"/>
      <p:bldP spid="18" grpId="0" animBg="1"/>
      <p:bldP spid="19" grpId="0" animBg="1"/>
      <p:bldP spid="23" grpId="0"/>
      <p:bldP spid="24" grpId="0"/>
      <p:bldP spid="25" grpId="0" animBg="1"/>
      <p:bldP spid="26" grpId="0" animBg="1"/>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E4D7-4147-43D2-AE52-B51247946B04}"/>
              </a:ext>
            </a:extLst>
          </p:cNvPr>
          <p:cNvSpPr>
            <a:spLocks noGrp="1"/>
          </p:cNvSpPr>
          <p:nvPr>
            <p:ph type="title"/>
          </p:nvPr>
        </p:nvSpPr>
        <p:spPr/>
        <p:txBody>
          <a:bodyPr/>
          <a:lstStyle/>
          <a:p>
            <a:pPr algn="r" rtl="1"/>
            <a:r>
              <a:rPr lang="he-IL">
                <a:latin typeface="Arial"/>
                <a:cs typeface="Arial"/>
              </a:rPr>
              <a:t>ניסיון ראשון</a:t>
            </a:r>
            <a:endParaRPr lang="he-IL" dirty="0"/>
          </a:p>
        </p:txBody>
      </p:sp>
      <p:sp>
        <p:nvSpPr>
          <p:cNvPr id="6" name="Content Placeholder 5">
            <a:extLst>
              <a:ext uri="{FF2B5EF4-FFF2-40B4-BE49-F238E27FC236}">
                <a16:creationId xmlns:a16="http://schemas.microsoft.com/office/drawing/2014/main" id="{428541F8-B1C3-4397-8F60-9B8E4F454027}"/>
              </a:ext>
            </a:extLst>
          </p:cNvPr>
          <p:cNvSpPr>
            <a:spLocks noGrp="1"/>
          </p:cNvSpPr>
          <p:nvPr>
            <p:ph idx="1"/>
          </p:nvPr>
        </p:nvSpPr>
        <p:spPr/>
        <p:txBody>
          <a:bodyPr/>
          <a:lstStyle/>
          <a:p>
            <a:pPr marL="0" indent="0" algn="l">
              <a:buNone/>
            </a:pPr>
            <a:r>
              <a:rPr lang="en-US" sz="2800" dirty="0">
                <a:solidFill>
                  <a:srgbClr val="000000"/>
                </a:solidFill>
                <a:latin typeface="Consolas" panose="020B0609020204030204" pitchFamily="49" charset="0"/>
              </a:rPr>
              <a:t>List </a:t>
            </a:r>
            <a:r>
              <a:rPr lang="en-US" sz="2800" dirty="0" err="1">
                <a:solidFill>
                  <a:srgbClr val="6A3E3E"/>
                </a:solidFill>
                <a:latin typeface="Consolas" panose="020B0609020204030204" pitchFamily="49" charset="0"/>
              </a:rPr>
              <a:t>list</a:t>
            </a:r>
            <a:r>
              <a:rPr lang="en-US" sz="2800" dirty="0">
                <a:solidFill>
                  <a:srgbClr val="000000"/>
                </a:solidFill>
                <a:latin typeface="Consolas" panose="020B0609020204030204" pitchFamily="49" charset="0"/>
              </a:rPr>
              <a:t> = </a:t>
            </a:r>
            <a:r>
              <a:rPr lang="en-US" sz="2800" b="1" dirty="0">
                <a:solidFill>
                  <a:srgbClr val="7F0055"/>
                </a:solidFill>
                <a:latin typeface="Consolas" panose="020B0609020204030204" pitchFamily="49" charset="0"/>
              </a:rPr>
              <a:t>new</a:t>
            </a:r>
            <a:r>
              <a:rPr lang="en-US" sz="2800" b="1" dirty="0">
                <a:solidFill>
                  <a:srgbClr val="000000"/>
                </a:solidFill>
                <a:latin typeface="Consolas" panose="020B0609020204030204" pitchFamily="49" charset="0"/>
              </a:rPr>
              <a:t> LinkedList();</a:t>
            </a:r>
          </a:p>
          <a:p>
            <a:pPr marL="0" indent="0" algn="l">
              <a:buNone/>
            </a:pPr>
            <a:r>
              <a:rPr lang="en-US" sz="2800" dirty="0" err="1">
                <a:solidFill>
                  <a:srgbClr val="6A3E3E"/>
                </a:solidFill>
                <a:latin typeface="Consolas" panose="020B0609020204030204" pitchFamily="49" charset="0"/>
              </a:rPr>
              <a:t>list</a:t>
            </a:r>
            <a:r>
              <a:rPr lang="en-US" sz="2800" dirty="0" err="1">
                <a:solidFill>
                  <a:srgbClr val="000000"/>
                </a:solidFill>
                <a:latin typeface="Consolas" panose="020B0609020204030204" pitchFamily="49" charset="0"/>
              </a:rPr>
              <a:t>.add</a:t>
            </a:r>
            <a:r>
              <a:rPr lang="en-US" sz="2800" dirty="0">
                <a:solidFill>
                  <a:srgbClr val="000000"/>
                </a:solidFill>
                <a:latin typeface="Consolas" panose="020B0609020204030204" pitchFamily="49" charset="0"/>
              </a:rPr>
              <a:t>(</a:t>
            </a:r>
            <a:r>
              <a:rPr lang="en-US" sz="2800" b="1" dirty="0">
                <a:solidFill>
                  <a:srgbClr val="7F0055"/>
                </a:solidFill>
                <a:latin typeface="Consolas" panose="020B0609020204030204" pitchFamily="49" charset="0"/>
              </a:rPr>
              <a:t>new</a:t>
            </a:r>
            <a:r>
              <a:rPr lang="en-US" sz="2800" b="1" dirty="0">
                <a:solidFill>
                  <a:srgbClr val="000000"/>
                </a:solidFill>
                <a:latin typeface="Consolas" panose="020B0609020204030204" pitchFamily="49" charset="0"/>
              </a:rPr>
              <a:t> Integer(1)); </a:t>
            </a:r>
          </a:p>
          <a:p>
            <a:pPr marL="0" indent="0" algn="l">
              <a:buNone/>
            </a:pPr>
            <a:r>
              <a:rPr lang="en-US" sz="2800" dirty="0">
                <a:solidFill>
                  <a:srgbClr val="000000"/>
                </a:solidFill>
                <a:latin typeface="Consolas" panose="020B0609020204030204" pitchFamily="49" charset="0"/>
              </a:rPr>
              <a:t>Integer </a:t>
            </a:r>
            <a:r>
              <a:rPr lang="en-US" sz="2800" dirty="0" err="1">
                <a:solidFill>
                  <a:srgbClr val="6A3E3E"/>
                </a:solidFill>
                <a:latin typeface="Consolas" panose="020B0609020204030204" pitchFamily="49" charset="0"/>
              </a:rPr>
              <a:t>i</a:t>
            </a:r>
            <a:r>
              <a:rPr lang="en-US" sz="2800" dirty="0">
                <a:solidFill>
                  <a:srgbClr val="000000"/>
                </a:solidFill>
                <a:latin typeface="Consolas" panose="020B0609020204030204" pitchFamily="49" charset="0"/>
              </a:rPr>
              <a:t> = </a:t>
            </a:r>
            <a:r>
              <a:rPr lang="en-US" sz="2800" dirty="0" err="1">
                <a:solidFill>
                  <a:srgbClr val="6A3E3E"/>
                </a:solidFill>
                <a:latin typeface="Consolas" panose="020B0609020204030204" pitchFamily="49" charset="0"/>
              </a:rPr>
              <a:t>list</a:t>
            </a:r>
            <a:r>
              <a:rPr lang="en-US" sz="2800" dirty="0" err="1">
                <a:solidFill>
                  <a:srgbClr val="000000"/>
                </a:solidFill>
                <a:latin typeface="Consolas" panose="020B0609020204030204" pitchFamily="49" charset="0"/>
              </a:rPr>
              <a:t>.get</a:t>
            </a:r>
            <a:r>
              <a:rPr lang="en-US" sz="2800" dirty="0">
                <a:solidFill>
                  <a:srgbClr val="000000"/>
                </a:solidFill>
                <a:latin typeface="Consolas" panose="020B0609020204030204" pitchFamily="49" charset="0"/>
              </a:rPr>
              <a:t>(0);</a:t>
            </a:r>
          </a:p>
          <a:p>
            <a:endParaRPr lang="he-IL" dirty="0"/>
          </a:p>
        </p:txBody>
      </p:sp>
      <p:sp>
        <p:nvSpPr>
          <p:cNvPr id="7" name="Oval 6">
            <a:extLst>
              <a:ext uri="{FF2B5EF4-FFF2-40B4-BE49-F238E27FC236}">
                <a16:creationId xmlns:a16="http://schemas.microsoft.com/office/drawing/2014/main" id="{1EF01FE3-0A00-4FEB-89AC-CC252CA7BF70}"/>
              </a:ext>
            </a:extLst>
          </p:cNvPr>
          <p:cNvSpPr/>
          <p:nvPr/>
        </p:nvSpPr>
        <p:spPr>
          <a:xfrm>
            <a:off x="323528" y="2492896"/>
            <a:ext cx="7188260" cy="10253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a:extLst>
              <a:ext uri="{FF2B5EF4-FFF2-40B4-BE49-F238E27FC236}">
                <a16:creationId xmlns:a16="http://schemas.microsoft.com/office/drawing/2014/main" id="{47534E94-E868-4A1C-B693-5E950B261678}"/>
              </a:ext>
            </a:extLst>
          </p:cNvPr>
          <p:cNvSpPr txBox="1"/>
          <p:nvPr/>
        </p:nvSpPr>
        <p:spPr>
          <a:xfrm>
            <a:off x="3131840" y="3717032"/>
            <a:ext cx="2448272" cy="369332"/>
          </a:xfrm>
          <a:prstGeom prst="rect">
            <a:avLst/>
          </a:prstGeom>
          <a:noFill/>
        </p:spPr>
        <p:txBody>
          <a:bodyPr wrap="square" rtlCol="1">
            <a:spAutoFit/>
          </a:bodyPr>
          <a:lstStyle/>
          <a:p>
            <a:pPr algn="r" rtl="1"/>
            <a:r>
              <a:rPr lang="he-IL" dirty="0">
                <a:solidFill>
                  <a:srgbClr val="FF0000"/>
                </a:solidFill>
                <a:latin typeface="Arial"/>
                <a:cs typeface="Arial"/>
              </a:rPr>
              <a:t>שגיאת קומפילציה!</a:t>
            </a:r>
            <a:endParaRPr lang="he-IL" dirty="0">
              <a:solidFill>
                <a:srgbClr val="FF0000"/>
              </a:solidFill>
            </a:endParaRPr>
          </a:p>
        </p:txBody>
      </p:sp>
      <p:pic>
        <p:nvPicPr>
          <p:cNvPr id="1026" name="Picture 2" descr="Image result for frowny face">
            <a:extLst>
              <a:ext uri="{FF2B5EF4-FFF2-40B4-BE49-F238E27FC236}">
                <a16:creationId xmlns:a16="http://schemas.microsoft.com/office/drawing/2014/main" id="{61823233-871A-4E5D-BB9B-68D64B4CC0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03908" y="3594490"/>
            <a:ext cx="696892" cy="696892"/>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8">
            <a:extLst>
              <a:ext uri="{FF2B5EF4-FFF2-40B4-BE49-F238E27FC236}">
                <a16:creationId xmlns:a16="http://schemas.microsoft.com/office/drawing/2014/main" id="{B4F450D2-931B-4CBB-AE00-9C5661F07DAF}"/>
              </a:ext>
            </a:extLst>
          </p:cNvPr>
          <p:cNvSpPr>
            <a:spLocks noGrp="1"/>
          </p:cNvSpPr>
          <p:nvPr>
            <p:ph type="dt" sz="half" idx="10"/>
          </p:nvPr>
        </p:nvSpPr>
        <p:spPr/>
        <p:txBody>
          <a:bodyPr/>
          <a:lstStyle/>
          <a:p>
            <a:fld id="{459FEDE8-3AE9-4C05-BB45-3FE33E591B3D}" type="datetime8">
              <a:rPr lang="he-IL" smtClean="0"/>
              <a:t>19 אפריל 26</a:t>
            </a:fld>
            <a:endParaRPr lang="en-US" dirty="0"/>
          </a:p>
        </p:txBody>
      </p:sp>
      <p:sp>
        <p:nvSpPr>
          <p:cNvPr id="10" name="Footer Placeholder 9">
            <a:extLst>
              <a:ext uri="{FF2B5EF4-FFF2-40B4-BE49-F238E27FC236}">
                <a16:creationId xmlns:a16="http://schemas.microsoft.com/office/drawing/2014/main" id="{B314CE9D-5A94-4E2F-8CA7-1A0EA858351B}"/>
              </a:ext>
            </a:extLst>
          </p:cNvPr>
          <p:cNvSpPr>
            <a:spLocks noGrp="1"/>
          </p:cNvSpPr>
          <p:nvPr>
            <p:ph type="ftr" sz="quarter" idx="11"/>
          </p:nvPr>
        </p:nvSpPr>
        <p:spPr/>
        <p:txBody>
          <a:bodyPr/>
          <a:lstStyle/>
          <a:p>
            <a:r>
              <a:rPr lang="he-IL"/>
              <a:t>עיצוב ותכנות מונחה עצמים מתקדם</a:t>
            </a:r>
            <a:endParaRPr lang="en-US"/>
          </a:p>
        </p:txBody>
      </p:sp>
      <p:sp>
        <p:nvSpPr>
          <p:cNvPr id="11" name="Slide Number Placeholder 10">
            <a:extLst>
              <a:ext uri="{FF2B5EF4-FFF2-40B4-BE49-F238E27FC236}">
                <a16:creationId xmlns:a16="http://schemas.microsoft.com/office/drawing/2014/main" id="{3666A1D9-BFBE-4F4E-8D8A-2D2A5052DD5C}"/>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14</a:t>
            </a:fld>
            <a:endParaRPr kumimoji="0" lang="en-US" dirty="0"/>
          </a:p>
        </p:txBody>
      </p:sp>
      <p:pic>
        <p:nvPicPr>
          <p:cNvPr id="5" name="Picture 4">
            <a:extLst>
              <a:ext uri="{FF2B5EF4-FFF2-40B4-BE49-F238E27FC236}">
                <a16:creationId xmlns:a16="http://schemas.microsoft.com/office/drawing/2014/main" id="{F14B97BC-5583-ED58-345B-989FC7277BF0}"/>
              </a:ext>
            </a:extLst>
          </p:cNvPr>
          <p:cNvPicPr>
            <a:picLocks noChangeAspect="1"/>
          </p:cNvPicPr>
          <p:nvPr/>
        </p:nvPicPr>
        <p:blipFill>
          <a:blip r:embed="rId3"/>
          <a:stretch>
            <a:fillRect/>
          </a:stretch>
        </p:blipFill>
        <p:spPr>
          <a:xfrm>
            <a:off x="700876" y="4365104"/>
            <a:ext cx="5095260" cy="1919954"/>
          </a:xfrm>
          <a:prstGeom prst="rect">
            <a:avLst/>
          </a:prstGeom>
        </p:spPr>
      </p:pic>
    </p:spTree>
    <p:extLst>
      <p:ext uri="{BB962C8B-B14F-4D97-AF65-F5344CB8AC3E}">
        <p14:creationId xmlns:p14="http://schemas.microsoft.com/office/powerpoint/2010/main" val="1854998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82199-8DA7-45A3-8BD9-B68405790C3D}"/>
              </a:ext>
            </a:extLst>
          </p:cNvPr>
          <p:cNvSpPr>
            <a:spLocks noGrp="1"/>
          </p:cNvSpPr>
          <p:nvPr>
            <p:ph type="title"/>
          </p:nvPr>
        </p:nvSpPr>
        <p:spPr/>
        <p:txBody>
          <a:bodyPr/>
          <a:lstStyle/>
          <a:p>
            <a:pPr algn="r" rtl="1"/>
            <a:r>
              <a:rPr lang="he-IL">
                <a:latin typeface="Arial"/>
                <a:cs typeface="Arial"/>
              </a:rPr>
              <a:t>ניסיון שני</a:t>
            </a:r>
            <a:endParaRPr lang="he-IL" dirty="0"/>
          </a:p>
        </p:txBody>
      </p:sp>
      <p:sp>
        <p:nvSpPr>
          <p:cNvPr id="6" name="Content Placeholder 5">
            <a:extLst>
              <a:ext uri="{FF2B5EF4-FFF2-40B4-BE49-F238E27FC236}">
                <a16:creationId xmlns:a16="http://schemas.microsoft.com/office/drawing/2014/main" id="{15D03885-9181-4A4E-A1C7-AA12597EAFD9}"/>
              </a:ext>
            </a:extLst>
          </p:cNvPr>
          <p:cNvSpPr>
            <a:spLocks noGrp="1"/>
          </p:cNvSpPr>
          <p:nvPr>
            <p:ph idx="1"/>
          </p:nvPr>
        </p:nvSpPr>
        <p:spPr/>
        <p:txBody>
          <a:bodyPr/>
          <a:lstStyle/>
          <a:p>
            <a:pPr marL="0" indent="0">
              <a:buNone/>
            </a:pPr>
            <a:r>
              <a:rPr lang="en-US" sz="2400" dirty="0">
                <a:solidFill>
                  <a:srgbClr val="000000"/>
                </a:solidFill>
                <a:latin typeface="Consolas" panose="020B0609020204030204" pitchFamily="49" charset="0"/>
              </a:rPr>
              <a:t>List </a:t>
            </a:r>
            <a:r>
              <a:rPr lang="en-US" sz="2400" dirty="0" err="1">
                <a:solidFill>
                  <a:srgbClr val="6A3E3E"/>
                </a:solidFill>
                <a:latin typeface="Consolas" panose="020B0609020204030204" pitchFamily="49" charset="0"/>
              </a:rPr>
              <a:t>list</a:t>
            </a:r>
            <a:r>
              <a:rPr lang="en-US" sz="2400" dirty="0">
                <a:solidFill>
                  <a:srgbClr val="000000"/>
                </a:solidFill>
                <a:latin typeface="Consolas" panose="020B0609020204030204" pitchFamily="49" charset="0"/>
              </a:rPr>
              <a:t> = </a:t>
            </a:r>
            <a:r>
              <a:rPr lang="en-US" sz="2400" b="1" dirty="0">
                <a:solidFill>
                  <a:srgbClr val="7F0055"/>
                </a:solidFill>
                <a:latin typeface="Consolas" panose="020B0609020204030204" pitchFamily="49" charset="0"/>
              </a:rPr>
              <a:t>new</a:t>
            </a:r>
            <a:r>
              <a:rPr lang="en-US" sz="2400" b="1" dirty="0">
                <a:solidFill>
                  <a:srgbClr val="000000"/>
                </a:solidFill>
                <a:latin typeface="Consolas" panose="020B0609020204030204" pitchFamily="49" charset="0"/>
              </a:rPr>
              <a:t> LinkedList();</a:t>
            </a:r>
          </a:p>
          <a:p>
            <a:pPr marL="0" indent="0">
              <a:buNone/>
            </a:pPr>
            <a:r>
              <a:rPr lang="en-US" sz="2400" dirty="0" err="1">
                <a:solidFill>
                  <a:srgbClr val="6A3E3E"/>
                </a:solidFill>
                <a:latin typeface="Consolas" panose="020B0609020204030204" pitchFamily="49" charset="0"/>
              </a:rPr>
              <a:t>list</a:t>
            </a:r>
            <a:r>
              <a:rPr lang="en-US" sz="2400" dirty="0" err="1">
                <a:solidFill>
                  <a:srgbClr val="000000"/>
                </a:solidFill>
                <a:latin typeface="Consolas" panose="020B0609020204030204" pitchFamily="49" charset="0"/>
              </a:rPr>
              <a:t>.add</a:t>
            </a:r>
            <a:r>
              <a:rPr lang="en-US" sz="2400" dirty="0">
                <a:solidFill>
                  <a:srgbClr val="000000"/>
                </a:solidFill>
                <a:latin typeface="Consolas" panose="020B0609020204030204" pitchFamily="49" charset="0"/>
              </a:rPr>
              <a:t>(</a:t>
            </a:r>
            <a:r>
              <a:rPr lang="en-US" sz="2400" b="1" dirty="0">
                <a:solidFill>
                  <a:srgbClr val="7F0055"/>
                </a:solidFill>
                <a:latin typeface="Consolas" panose="020B0609020204030204" pitchFamily="49" charset="0"/>
              </a:rPr>
              <a:t>new</a:t>
            </a:r>
            <a:r>
              <a:rPr lang="en-US" sz="2400" b="1" dirty="0">
                <a:solidFill>
                  <a:srgbClr val="000000"/>
                </a:solidFill>
                <a:latin typeface="Consolas" panose="020B0609020204030204" pitchFamily="49" charset="0"/>
              </a:rPr>
              <a:t> Integer(1)); </a:t>
            </a:r>
          </a:p>
          <a:p>
            <a:pPr marL="0" indent="0">
              <a:buNone/>
            </a:pPr>
            <a:r>
              <a:rPr lang="en-US" sz="2400" dirty="0">
                <a:solidFill>
                  <a:srgbClr val="000000"/>
                </a:solidFill>
                <a:latin typeface="Consolas" panose="020B0609020204030204" pitchFamily="49" charset="0"/>
              </a:rPr>
              <a:t>Integer </a:t>
            </a:r>
            <a:r>
              <a:rPr lang="en-US" sz="2400" dirty="0" err="1">
                <a:solidFill>
                  <a:srgbClr val="6A3E3E"/>
                </a:solidFill>
                <a:latin typeface="Consolas" panose="020B0609020204030204" pitchFamily="49" charset="0"/>
              </a:rPr>
              <a:t>i</a:t>
            </a:r>
            <a:r>
              <a:rPr lang="en-US" sz="2400" dirty="0">
                <a:solidFill>
                  <a:srgbClr val="000000"/>
                </a:solidFill>
                <a:latin typeface="Consolas" panose="020B0609020204030204" pitchFamily="49" charset="0"/>
              </a:rPr>
              <a:t> = (Integer)</a:t>
            </a:r>
            <a:r>
              <a:rPr lang="en-US" sz="2400" dirty="0" err="1">
                <a:solidFill>
                  <a:srgbClr val="6A3E3E"/>
                </a:solidFill>
                <a:latin typeface="Consolas" panose="020B0609020204030204" pitchFamily="49" charset="0"/>
              </a:rPr>
              <a:t>list</a:t>
            </a:r>
            <a:r>
              <a:rPr lang="en-US" sz="2400" dirty="0" err="1">
                <a:solidFill>
                  <a:srgbClr val="000000"/>
                </a:solidFill>
                <a:latin typeface="Consolas" panose="020B0609020204030204" pitchFamily="49" charset="0"/>
              </a:rPr>
              <a:t>.get</a:t>
            </a:r>
            <a:r>
              <a:rPr lang="en-US" sz="2400" dirty="0">
                <a:solidFill>
                  <a:srgbClr val="000000"/>
                </a:solidFill>
                <a:latin typeface="Consolas" panose="020B0609020204030204" pitchFamily="49" charset="0"/>
              </a:rPr>
              <a:t>(0);</a:t>
            </a:r>
          </a:p>
          <a:p>
            <a:pPr marL="0" indent="0">
              <a:buNone/>
            </a:pPr>
            <a:r>
              <a:rPr lang="en-US" sz="2400" dirty="0" err="1">
                <a:solidFill>
                  <a:srgbClr val="6A3E3E"/>
                </a:solidFill>
                <a:latin typeface="Consolas" panose="020B0609020204030204" pitchFamily="49" charset="0"/>
              </a:rPr>
              <a:t>list</a:t>
            </a:r>
            <a:r>
              <a:rPr lang="en-US" sz="2400" dirty="0" err="1">
                <a:solidFill>
                  <a:srgbClr val="000000"/>
                </a:solidFill>
                <a:latin typeface="Consolas" panose="020B0609020204030204" pitchFamily="49" charset="0"/>
              </a:rPr>
              <a:t>.add</a:t>
            </a:r>
            <a:r>
              <a:rPr lang="en-US" sz="2400" dirty="0">
                <a:solidFill>
                  <a:srgbClr val="000000"/>
                </a:solidFill>
                <a:latin typeface="Consolas" panose="020B0609020204030204" pitchFamily="49" charset="0"/>
              </a:rPr>
              <a:t>(</a:t>
            </a:r>
            <a:r>
              <a:rPr lang="en-US" sz="2400" b="1" dirty="0">
                <a:solidFill>
                  <a:srgbClr val="7F0055"/>
                </a:solidFill>
                <a:latin typeface="Consolas" panose="020B0609020204030204" pitchFamily="49" charset="0"/>
              </a:rPr>
              <a:t>new</a:t>
            </a:r>
            <a:r>
              <a:rPr lang="en-US" sz="2400" b="1" dirty="0">
                <a:solidFill>
                  <a:srgbClr val="000000"/>
                </a:solidFill>
                <a:latin typeface="Consolas" panose="020B0609020204030204" pitchFamily="49" charset="0"/>
              </a:rPr>
              <a:t> Double(3.14));</a:t>
            </a:r>
          </a:p>
          <a:p>
            <a:pPr marL="0" indent="0">
              <a:buNone/>
            </a:pPr>
            <a:r>
              <a:rPr lang="en-US" sz="2400" dirty="0" err="1">
                <a:solidFill>
                  <a:srgbClr val="6A3E3E"/>
                </a:solidFill>
                <a:latin typeface="Consolas" panose="020B0609020204030204" pitchFamily="49" charset="0"/>
              </a:rPr>
              <a:t>i</a:t>
            </a:r>
            <a:r>
              <a:rPr lang="en-US" sz="2400" dirty="0">
                <a:solidFill>
                  <a:srgbClr val="000000"/>
                </a:solidFill>
                <a:latin typeface="Consolas" panose="020B0609020204030204" pitchFamily="49" charset="0"/>
              </a:rPr>
              <a:t> = (Integer)</a:t>
            </a:r>
            <a:r>
              <a:rPr lang="en-US" sz="2400" dirty="0" err="1">
                <a:solidFill>
                  <a:srgbClr val="6A3E3E"/>
                </a:solidFill>
                <a:latin typeface="Consolas" panose="020B0609020204030204" pitchFamily="49" charset="0"/>
              </a:rPr>
              <a:t>list</a:t>
            </a:r>
            <a:r>
              <a:rPr lang="en-US" sz="2400" dirty="0" err="1">
                <a:solidFill>
                  <a:srgbClr val="000000"/>
                </a:solidFill>
                <a:latin typeface="Consolas" panose="020B0609020204030204" pitchFamily="49" charset="0"/>
              </a:rPr>
              <a:t>.get</a:t>
            </a:r>
            <a:r>
              <a:rPr lang="en-US" sz="2400" dirty="0">
                <a:solidFill>
                  <a:srgbClr val="000000"/>
                </a:solidFill>
                <a:latin typeface="Consolas" panose="020B0609020204030204" pitchFamily="49" charset="0"/>
              </a:rPr>
              <a:t>(1);</a:t>
            </a:r>
          </a:p>
          <a:p>
            <a:pPr marL="0" indent="0">
              <a:buNone/>
            </a:pPr>
            <a:endParaRPr lang="en-US" sz="2400" u="sng" dirty="0">
              <a:solidFill>
                <a:srgbClr val="000000"/>
              </a:solidFill>
              <a:latin typeface="Consolas" panose="020B0609020204030204" pitchFamily="49" charset="0"/>
            </a:endParaRPr>
          </a:p>
        </p:txBody>
      </p:sp>
      <p:pic>
        <p:nvPicPr>
          <p:cNvPr id="2050" name="Picture 2" descr="Image result for green smiley face">
            <a:extLst>
              <a:ext uri="{FF2B5EF4-FFF2-40B4-BE49-F238E27FC236}">
                <a16:creationId xmlns:a16="http://schemas.microsoft.com/office/drawing/2014/main" id="{B17CA636-7691-41B1-8CB4-8DC338D9506F}"/>
              </a:ext>
            </a:extLst>
          </p:cNvPr>
          <p:cNvPicPr>
            <a:picLocks noChangeAspect="1" noChangeArrowheads="1"/>
          </p:cNvPicPr>
          <p:nvPr/>
        </p:nvPicPr>
        <p:blipFill>
          <a:blip r:embed="rId2" cstate="print">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6516216" y="2492896"/>
            <a:ext cx="693018" cy="627113"/>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D22A794E-0BB5-4980-B367-B1C5C3D47096}"/>
              </a:ext>
            </a:extLst>
          </p:cNvPr>
          <p:cNvSpPr/>
          <p:nvPr/>
        </p:nvSpPr>
        <p:spPr>
          <a:xfrm>
            <a:off x="323528" y="3645024"/>
            <a:ext cx="7188260" cy="10253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a:extLst>
              <a:ext uri="{FF2B5EF4-FFF2-40B4-BE49-F238E27FC236}">
                <a16:creationId xmlns:a16="http://schemas.microsoft.com/office/drawing/2014/main" id="{89C1C8D1-B596-4EE4-BAD8-8E2D18D4BBBF}"/>
              </a:ext>
            </a:extLst>
          </p:cNvPr>
          <p:cNvSpPr txBox="1"/>
          <p:nvPr/>
        </p:nvSpPr>
        <p:spPr>
          <a:xfrm>
            <a:off x="3131840" y="4869160"/>
            <a:ext cx="2448272" cy="369332"/>
          </a:xfrm>
          <a:prstGeom prst="rect">
            <a:avLst/>
          </a:prstGeom>
          <a:noFill/>
        </p:spPr>
        <p:txBody>
          <a:bodyPr wrap="square" rtlCol="1">
            <a:spAutoFit/>
          </a:bodyPr>
          <a:lstStyle/>
          <a:p>
            <a:pPr rtl="1"/>
            <a:r>
              <a:rPr lang="he-IL" dirty="0">
                <a:solidFill>
                  <a:srgbClr val="FF0000"/>
                </a:solidFill>
                <a:latin typeface="Arial"/>
                <a:cs typeface="Arial"/>
              </a:rPr>
              <a:t>שגיאת Runtime!</a:t>
            </a:r>
            <a:endParaRPr lang="he-IL" dirty="0">
              <a:solidFill>
                <a:srgbClr val="FF0000"/>
              </a:solidFill>
            </a:endParaRPr>
          </a:p>
        </p:txBody>
      </p:sp>
      <p:pic>
        <p:nvPicPr>
          <p:cNvPr id="10" name="Picture 2" descr="Image result for frowny face">
            <a:extLst>
              <a:ext uri="{FF2B5EF4-FFF2-40B4-BE49-F238E27FC236}">
                <a16:creationId xmlns:a16="http://schemas.microsoft.com/office/drawing/2014/main" id="{5BD1718B-96D0-4D94-9FB3-9EE354B6FB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7534" y="4676324"/>
            <a:ext cx="696892" cy="696892"/>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1F9D3AD5-9394-457C-ADBB-6271DED61FC7}"/>
              </a:ext>
            </a:extLst>
          </p:cNvPr>
          <p:cNvSpPr>
            <a:spLocks noGrp="1"/>
          </p:cNvSpPr>
          <p:nvPr>
            <p:ph type="dt" sz="half" idx="10"/>
          </p:nvPr>
        </p:nvSpPr>
        <p:spPr/>
        <p:txBody>
          <a:bodyPr/>
          <a:lstStyle/>
          <a:p>
            <a:fld id="{01B888CD-6B71-41A6-AE8E-8CF168EF6D13}" type="datetime8">
              <a:rPr lang="he-IL" smtClean="0"/>
              <a:t>19 אפריל 26</a:t>
            </a:fld>
            <a:endParaRPr lang="en-US" dirty="0"/>
          </a:p>
        </p:txBody>
      </p:sp>
      <p:sp>
        <p:nvSpPr>
          <p:cNvPr id="11" name="Footer Placeholder 10">
            <a:extLst>
              <a:ext uri="{FF2B5EF4-FFF2-40B4-BE49-F238E27FC236}">
                <a16:creationId xmlns:a16="http://schemas.microsoft.com/office/drawing/2014/main" id="{B816F9DA-A8DD-4487-9AD8-CE9DF63EFB26}"/>
              </a:ext>
            </a:extLst>
          </p:cNvPr>
          <p:cNvSpPr>
            <a:spLocks noGrp="1"/>
          </p:cNvSpPr>
          <p:nvPr>
            <p:ph type="ftr" sz="quarter" idx="11"/>
          </p:nvPr>
        </p:nvSpPr>
        <p:spPr/>
        <p:txBody>
          <a:bodyPr/>
          <a:lstStyle/>
          <a:p>
            <a:r>
              <a:rPr lang="he-IL"/>
              <a:t>עיצוב ותכנות מונחה עצמים מתקדם</a:t>
            </a:r>
            <a:endParaRPr lang="en-US"/>
          </a:p>
        </p:txBody>
      </p:sp>
      <p:sp>
        <p:nvSpPr>
          <p:cNvPr id="12" name="Slide Number Placeholder 11">
            <a:extLst>
              <a:ext uri="{FF2B5EF4-FFF2-40B4-BE49-F238E27FC236}">
                <a16:creationId xmlns:a16="http://schemas.microsoft.com/office/drawing/2014/main" id="{7A0F6415-21AE-461C-94EF-06F23960CD17}"/>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15</a:t>
            </a:fld>
            <a:endParaRPr kumimoji="0" lang="en-US" dirty="0"/>
          </a:p>
        </p:txBody>
      </p:sp>
    </p:spTree>
    <p:extLst>
      <p:ext uri="{BB962C8B-B14F-4D97-AF65-F5344CB8AC3E}">
        <p14:creationId xmlns:p14="http://schemas.microsoft.com/office/powerpoint/2010/main" val="22871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rtl="1"/>
            <a:r>
              <a:rPr lang="he-IL">
                <a:latin typeface="Arial"/>
                <a:cs typeface="Arial"/>
              </a:rPr>
              <a:t>מהו API גנרי?</a:t>
            </a:r>
            <a:endParaRPr lang="he-IL" dirty="0"/>
          </a:p>
        </p:txBody>
      </p:sp>
      <p:sp>
        <p:nvSpPr>
          <p:cNvPr id="6" name="מציין מיקום תוכן 5"/>
          <p:cNvSpPr>
            <a:spLocks noGrp="1"/>
          </p:cNvSpPr>
          <p:nvPr>
            <p:ph sz="quarter" idx="1"/>
          </p:nvPr>
        </p:nvSpPr>
        <p:spPr>
          <a:xfrm>
            <a:off x="457200" y="1202165"/>
            <a:ext cx="8229600" cy="5090120"/>
          </a:xfrm>
        </p:spPr>
        <p:txBody>
          <a:bodyPr>
            <a:normAutofit/>
          </a:bodyPr>
          <a:lstStyle/>
          <a:p>
            <a:pPr marL="0" indent="0" algn="r" rtl="1">
              <a:spcAft>
                <a:spcPts val="0"/>
              </a:spcAft>
              <a:buNone/>
            </a:pPr>
            <a:r>
              <a:rPr lang="he-IL" sz="2400" dirty="0">
                <a:latin typeface="Arial"/>
                <a:cs typeface="Arial"/>
              </a:rPr>
              <a:t>משמעות חדשה למילה "גנרי": Generic ב-Java מאפשר לנו להגדיר פרמטר(ים) עבור כל מחלקה או ממשק </a:t>
            </a:r>
          </a:p>
          <a:p>
            <a:pPr marL="0" indent="0" rtl="1">
              <a:spcAft>
                <a:spcPts val="0"/>
              </a:spcAft>
              <a:buNone/>
            </a:pPr>
            <a:endParaRPr lang="he-IL" sz="2400" dirty="0"/>
          </a:p>
          <a:p>
            <a:pPr marL="0" indent="0" rtl="1">
              <a:spcAft>
                <a:spcPts val="0"/>
              </a:spcAft>
              <a:buNone/>
            </a:pPr>
            <a:endParaRPr lang="he-IL" sz="2400" dirty="0"/>
          </a:p>
          <a:p>
            <a:pPr marL="0" indent="0" algn="r" rtl="1">
              <a:spcAft>
                <a:spcPts val="0"/>
              </a:spcAft>
              <a:buNone/>
            </a:pPr>
            <a:r>
              <a:rPr lang="he-IL" dirty="0">
                <a:latin typeface="Arial"/>
                <a:cs typeface="Arial"/>
              </a:rPr>
              <a:t> </a:t>
            </a:r>
          </a:p>
          <a:p>
            <a:pPr marL="0" indent="0" rtl="1">
              <a:spcAft>
                <a:spcPts val="0"/>
              </a:spcAft>
              <a:buNone/>
            </a:pPr>
            <a:endParaRPr lang="he-IL" sz="2400" dirty="0"/>
          </a:p>
          <a:p>
            <a:pPr marL="0" indent="0" algn="r" rtl="1">
              <a:spcAft>
                <a:spcPts val="0"/>
              </a:spcAft>
              <a:buNone/>
            </a:pPr>
            <a:r>
              <a:rPr lang="he-IL" sz="2400" dirty="0">
                <a:latin typeface="Arial"/>
                <a:cs typeface="Arial"/>
              </a:rPr>
              <a:t>כעת, ה-APIs יכולים להשתמש בפרמטרים הבאים:</a:t>
            </a:r>
          </a:p>
          <a:p>
            <a:pPr marL="0" indent="0" rtl="1">
              <a:spcAft>
                <a:spcPts val="0"/>
              </a:spcAft>
              <a:buNone/>
            </a:pPr>
            <a:endParaRPr lang="he-IL" sz="2400" b="1" u="sng" dirty="0"/>
          </a:p>
          <a:p>
            <a:pPr marL="0" indent="0" algn="l" rtl="1">
              <a:buNone/>
            </a:pPr>
            <a:br>
              <a:rPr sz="2400" dirty="0"/>
            </a:br>
            <a:endParaRPr lang="he-IL" sz="2400" dirty="0"/>
          </a:p>
        </p:txBody>
      </p:sp>
      <p:graphicFrame>
        <p:nvGraphicFramePr>
          <p:cNvPr id="10" name="Table 9"/>
          <p:cNvGraphicFramePr>
            <a:graphicFrameLocks noGrp="1"/>
          </p:cNvGraphicFramePr>
          <p:nvPr>
            <p:extLst>
              <p:ext uri="{D42A27DB-BD31-4B8C-83A1-F6EECF244321}">
                <p14:modId xmlns:p14="http://schemas.microsoft.com/office/powerpoint/2010/main" val="965390889"/>
              </p:ext>
            </p:extLst>
          </p:nvPr>
        </p:nvGraphicFramePr>
        <p:xfrm>
          <a:off x="1388394" y="2204642"/>
          <a:ext cx="6583632" cy="792480"/>
        </p:xfrm>
        <a:graphic>
          <a:graphicData uri="http://schemas.openxmlformats.org/drawingml/2006/table">
            <a:tbl>
              <a:tblPr firstRow="1" bandRow="1">
                <a:tableStyleId>{5940675A-B579-460E-94D1-54222C63F5DA}</a:tableStyleId>
              </a:tblPr>
              <a:tblGrid>
                <a:gridCol w="2160240">
                  <a:extLst>
                    <a:ext uri="{9D8B030D-6E8A-4147-A177-3AD203B41FA5}">
                      <a16:colId xmlns:a16="http://schemas.microsoft.com/office/drawing/2014/main" val="2226527559"/>
                    </a:ext>
                  </a:extLst>
                </a:gridCol>
                <a:gridCol w="4423392">
                  <a:extLst>
                    <a:ext uri="{9D8B030D-6E8A-4147-A177-3AD203B41FA5}">
                      <a16:colId xmlns:a16="http://schemas.microsoft.com/office/drawing/2014/main" val="88859013"/>
                    </a:ext>
                  </a:extLst>
                </a:gridCol>
              </a:tblGrid>
              <a:tr h="370840">
                <a:tc>
                  <a:txBody>
                    <a:bodyPr/>
                    <a:lstStyle/>
                    <a:p>
                      <a:pPr algn="l" rtl="0"/>
                      <a:r>
                        <a:rPr lang="he-IL" sz="2000" dirty="0"/>
                        <a:t>List&lt;</a:t>
                      </a:r>
                      <a:r>
                        <a:rPr lang="he-IL" sz="2000" dirty="0">
                          <a:solidFill>
                            <a:srgbClr val="00B050"/>
                          </a:solidFill>
                        </a:rPr>
                        <a:t>T</a:t>
                      </a:r>
                      <a:r>
                        <a:rPr lang="en-US" sz="2000" dirty="0">
                          <a:solidFill>
                            <a:schemeClr val="tx1"/>
                          </a:solidFill>
                        </a:rPr>
                        <a:t>&gt;</a:t>
                      </a:r>
                      <a:endParaRPr lang="he-IL" sz="2000" dirty="0">
                        <a:solidFill>
                          <a:schemeClr val="tx1"/>
                        </a:solidFill>
                      </a:endParaRPr>
                    </a:p>
                  </a:txBody>
                  <a:tcPr/>
                </a:tc>
                <a:tc>
                  <a:txBody>
                    <a:bodyPr/>
                    <a:lstStyle/>
                    <a:p>
                      <a:pPr algn="l" rtl="1"/>
                      <a:r>
                        <a:rPr lang="he-IL" sz="2000" dirty="0"/>
                        <a:t>List מקבל פרמטר T</a:t>
                      </a:r>
                    </a:p>
                  </a:txBody>
                  <a:tcPr/>
                </a:tc>
                <a:extLst>
                  <a:ext uri="{0D108BD9-81ED-4DB2-BD59-A6C34878D82A}">
                    <a16:rowId xmlns:a16="http://schemas.microsoft.com/office/drawing/2014/main" val="2486517292"/>
                  </a:ext>
                </a:extLst>
              </a:tr>
              <a:tr h="370840">
                <a:tc>
                  <a:txBody>
                    <a:bodyPr/>
                    <a:lstStyle/>
                    <a:p>
                      <a:pPr algn="l" rtl="0"/>
                      <a:r>
                        <a:rPr lang="he-IL" sz="2000" dirty="0"/>
                        <a:t>Map&lt;</a:t>
                      </a:r>
                      <a:r>
                        <a:rPr lang="he-IL" sz="2000" dirty="0">
                          <a:solidFill>
                            <a:srgbClr val="14ACF8"/>
                          </a:solidFill>
                        </a:rPr>
                        <a:t>K</a:t>
                      </a:r>
                      <a:r>
                        <a:rPr lang="he-IL" sz="2000" dirty="0"/>
                        <a:t>, </a:t>
                      </a:r>
                      <a:r>
                        <a:rPr lang="he-IL" sz="2000" dirty="0">
                          <a:solidFill>
                            <a:srgbClr val="FF0000"/>
                          </a:solidFill>
                        </a:rPr>
                        <a:t>V</a:t>
                      </a:r>
                      <a:r>
                        <a:rPr lang="en-US" sz="2000" dirty="0">
                          <a:solidFill>
                            <a:schemeClr val="tx1"/>
                          </a:solidFill>
                        </a:rPr>
                        <a:t>&gt;</a:t>
                      </a:r>
                      <a:endParaRPr lang="he-IL" sz="2000" dirty="0">
                        <a:solidFill>
                          <a:schemeClr val="tx1"/>
                        </a:solidFill>
                      </a:endParaRPr>
                    </a:p>
                  </a:txBody>
                  <a:tcPr/>
                </a:tc>
                <a:tc>
                  <a:txBody>
                    <a:bodyPr/>
                    <a:lstStyle/>
                    <a:p>
                      <a:pPr marL="0" indent="0" algn="l" rtl="1">
                        <a:spcAft>
                          <a:spcPts val="0"/>
                        </a:spcAft>
                        <a:buNone/>
                      </a:pPr>
                      <a:r>
                        <a:rPr lang="he-IL" sz="2000" dirty="0"/>
                        <a:t>Map מקבל שני פרמטרים K ו-V</a:t>
                      </a:r>
                    </a:p>
                  </a:txBody>
                  <a:tcPr/>
                </a:tc>
                <a:extLst>
                  <a:ext uri="{0D108BD9-81ED-4DB2-BD59-A6C34878D82A}">
                    <a16:rowId xmlns:a16="http://schemas.microsoft.com/office/drawing/2014/main" val="1183095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188508395"/>
              </p:ext>
            </p:extLst>
          </p:nvPr>
        </p:nvGraphicFramePr>
        <p:xfrm>
          <a:off x="827584" y="3861048"/>
          <a:ext cx="7028992" cy="1927181"/>
        </p:xfrm>
        <a:graphic>
          <a:graphicData uri="http://schemas.openxmlformats.org/drawingml/2006/table">
            <a:tbl>
              <a:tblPr firstRow="1" bandRow="1">
                <a:tableStyleId>{5940675A-B579-460E-94D1-54222C63F5DA}</a:tableStyleId>
              </a:tblPr>
              <a:tblGrid>
                <a:gridCol w="7028992">
                  <a:extLst>
                    <a:ext uri="{9D8B030D-6E8A-4147-A177-3AD203B41FA5}">
                      <a16:colId xmlns:a16="http://schemas.microsoft.com/office/drawing/2014/main" val="2226527559"/>
                    </a:ext>
                  </a:extLst>
                </a:gridCol>
              </a:tblGrid>
              <a:tr h="828597">
                <a:tc>
                  <a:txBody>
                    <a:bodyPr/>
                    <a:lstStyle/>
                    <a:p>
                      <a:pPr algn="l" rtl="1"/>
                      <a:r>
                        <a:rPr kumimoji="0" lang="he-IL" sz="2000" kern="1200" dirty="0">
                          <a:solidFill>
                            <a:srgbClr val="00B050"/>
                          </a:solidFill>
                          <a:latin typeface="Arial"/>
                          <a:cs typeface="Arial"/>
                        </a:rPr>
                        <a:t>T</a:t>
                      </a:r>
                      <a:r>
                        <a:rPr lang="he-IL" dirty="0"/>
                        <a:t> </a:t>
                      </a:r>
                      <a:r>
                        <a:rPr lang="he-IL" sz="2000" dirty="0"/>
                        <a:t>List.get(int index)</a:t>
                      </a:r>
                    </a:p>
                    <a:p>
                      <a:pPr algn="r" rtl="1"/>
                      <a:r>
                        <a:rPr lang="he-IL" sz="2000" dirty="0"/>
                        <a:t>פונקציית </a:t>
                      </a:r>
                      <a:r>
                        <a:rPr lang="he-IL" sz="2000" dirty="0" err="1"/>
                        <a:t>get</a:t>
                      </a:r>
                      <a:r>
                        <a:rPr lang="en-US" sz="2000" dirty="0"/>
                        <a:t>()</a:t>
                      </a:r>
                      <a:r>
                        <a:rPr lang="he-IL" sz="2000" dirty="0"/>
                        <a:t> מחזירה אובייקט מסוג </a:t>
                      </a:r>
                      <a:r>
                        <a:rPr lang="en-US" sz="2000" dirty="0"/>
                        <a:t>T</a:t>
                      </a:r>
                      <a:r>
                        <a:rPr lang="he-IL" sz="2000" dirty="0"/>
                        <a:t> שנמצא במקום </a:t>
                      </a:r>
                      <a:r>
                        <a:rPr lang="en-US" sz="2000" dirty="0"/>
                        <a:t>index</a:t>
                      </a:r>
                      <a:r>
                        <a:rPr lang="he-IL" sz="2000" dirty="0"/>
                        <a:t> ברשימה</a:t>
                      </a:r>
                    </a:p>
                  </a:txBody>
                  <a:tcPr/>
                </a:tc>
                <a:extLst>
                  <a:ext uri="{0D108BD9-81ED-4DB2-BD59-A6C34878D82A}">
                    <a16:rowId xmlns:a16="http://schemas.microsoft.com/office/drawing/2014/main" val="2486517292"/>
                  </a:ext>
                </a:extLst>
              </a:tr>
              <a:tr h="1098584">
                <a:tc>
                  <a:txBody>
                    <a:bodyPr/>
                    <a:lstStyle/>
                    <a:p>
                      <a:pPr algn="l" rtl="0"/>
                      <a:r>
                        <a:rPr kumimoji="0" lang="en-US" sz="2000" kern="1200" dirty="0">
                          <a:solidFill>
                            <a:srgbClr val="FF0000"/>
                          </a:solidFill>
                          <a:latin typeface="+mn-lt"/>
                        </a:rPr>
                        <a:t>V</a:t>
                      </a:r>
                      <a:r>
                        <a:rPr lang="en-US" sz="2000" dirty="0"/>
                        <a:t> </a:t>
                      </a:r>
                      <a:r>
                        <a:rPr lang="en-US" sz="2000" dirty="0" err="1"/>
                        <a:t>Map.put</a:t>
                      </a:r>
                      <a:r>
                        <a:rPr lang="en-US" sz="2000" dirty="0"/>
                        <a:t>(</a:t>
                      </a:r>
                      <a:r>
                        <a:rPr kumimoji="0" lang="en-US" sz="2000" kern="1200" dirty="0">
                          <a:solidFill>
                            <a:srgbClr val="14ACF8"/>
                          </a:solidFill>
                          <a:latin typeface="+mn-lt"/>
                        </a:rPr>
                        <a:t>K</a:t>
                      </a:r>
                      <a:r>
                        <a:rPr lang="en-US" sz="2000" dirty="0"/>
                        <a:t> key,  </a:t>
                      </a:r>
                      <a:r>
                        <a:rPr kumimoji="0" lang="en-US" sz="2000" kern="1200" dirty="0">
                          <a:solidFill>
                            <a:srgbClr val="FF0000"/>
                          </a:solidFill>
                          <a:latin typeface="+mn-lt"/>
                        </a:rPr>
                        <a:t>V</a:t>
                      </a:r>
                      <a:r>
                        <a:rPr lang="en-US" sz="2000" dirty="0"/>
                        <a:t> value)</a:t>
                      </a:r>
                    </a:p>
                    <a:p>
                      <a:pPr marL="0" marR="0" indent="0" algn="r" defTabSz="914400" rtl="1" eaLnBrk="1" fontAlgn="auto" latinLnBrk="0" hangingPunct="1">
                        <a:lnSpc>
                          <a:spcPct val="100000"/>
                        </a:lnSpc>
                        <a:spcBef>
                          <a:spcPts val="0"/>
                        </a:spcBef>
                        <a:spcAft>
                          <a:spcPts val="0"/>
                        </a:spcAft>
                        <a:buClrTx/>
                        <a:buSzTx/>
                        <a:buFontTx/>
                        <a:buNone/>
                        <a:tabLst/>
                        <a:defRPr/>
                      </a:pPr>
                      <a:r>
                        <a:rPr lang="he-IL" sz="2000" dirty="0"/>
                        <a:t>פונקציית put</a:t>
                      </a:r>
                      <a:r>
                        <a:rPr lang="en-US" sz="2000" dirty="0"/>
                        <a:t>()</a:t>
                      </a:r>
                      <a:r>
                        <a:rPr lang="he-IL" sz="2000" dirty="0"/>
                        <a:t> של Map מקבלת שני פרמטרים:</a:t>
                      </a:r>
                      <a:r>
                        <a:rPr lang="he-IL" dirty="0"/>
                        <a:t> </a:t>
                      </a:r>
                      <a:r>
                        <a:rPr lang="he-IL" sz="2000" dirty="0" err="1"/>
                        <a:t>Key</a:t>
                      </a:r>
                      <a:r>
                        <a:rPr lang="he-IL" sz="2000" dirty="0"/>
                        <a:t> מסוג K ו-</a:t>
                      </a:r>
                      <a:r>
                        <a:rPr lang="he-IL" sz="2000" dirty="0" err="1"/>
                        <a:t>value</a:t>
                      </a:r>
                      <a:r>
                        <a:rPr lang="he-IL" sz="2000" dirty="0"/>
                        <a:t> מסוג V, והוא מכניס את צמד הערכים אל תוך Map</a:t>
                      </a:r>
                    </a:p>
                  </a:txBody>
                  <a:tcPr/>
                </a:tc>
                <a:extLst>
                  <a:ext uri="{0D108BD9-81ED-4DB2-BD59-A6C34878D82A}">
                    <a16:rowId xmlns:a16="http://schemas.microsoft.com/office/drawing/2014/main" val="118309501"/>
                  </a:ext>
                </a:extLst>
              </a:tr>
            </a:tbl>
          </a:graphicData>
        </a:graphic>
      </p:graphicFrame>
      <p:sp>
        <p:nvSpPr>
          <p:cNvPr id="7" name="Date Placeholder 6">
            <a:extLst>
              <a:ext uri="{FF2B5EF4-FFF2-40B4-BE49-F238E27FC236}">
                <a16:creationId xmlns:a16="http://schemas.microsoft.com/office/drawing/2014/main" id="{ADFA4891-91BB-4461-8B4D-F2396C65D6F0}"/>
              </a:ext>
            </a:extLst>
          </p:cNvPr>
          <p:cNvSpPr>
            <a:spLocks noGrp="1"/>
          </p:cNvSpPr>
          <p:nvPr>
            <p:ph type="dt" sz="half" idx="10"/>
          </p:nvPr>
        </p:nvSpPr>
        <p:spPr/>
        <p:txBody>
          <a:bodyPr/>
          <a:lstStyle/>
          <a:p>
            <a:fld id="{47C772D0-8552-43F6-89D1-94C30525A18C}" type="datetime8">
              <a:rPr lang="he-IL" smtClean="0"/>
              <a:t>19 אפריל 26</a:t>
            </a:fld>
            <a:endParaRPr lang="en-US" dirty="0"/>
          </a:p>
        </p:txBody>
      </p:sp>
      <p:sp>
        <p:nvSpPr>
          <p:cNvPr id="8" name="Footer Placeholder 7">
            <a:extLst>
              <a:ext uri="{FF2B5EF4-FFF2-40B4-BE49-F238E27FC236}">
                <a16:creationId xmlns:a16="http://schemas.microsoft.com/office/drawing/2014/main" id="{E2F37091-67D9-4EA0-AD2C-22682AB2D4D8}"/>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7BAB045D-F41C-4CB6-8D5A-CC32E42A4C4A}"/>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16</a:t>
            </a:fld>
            <a:endParaRPr kumimoji="0" lang="en-US" dirty="0"/>
          </a:p>
        </p:txBody>
      </p:sp>
    </p:spTree>
    <p:extLst>
      <p:ext uri="{BB962C8B-B14F-4D97-AF65-F5344CB8AC3E}">
        <p14:creationId xmlns:p14="http://schemas.microsoft.com/office/powerpoint/2010/main" val="81513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marL="0" indent="0" algn="r" rtl="1">
              <a:spcAft>
                <a:spcPts val="0"/>
              </a:spcAft>
              <a:buNone/>
            </a:pPr>
            <a:r>
              <a:rPr lang="he-IL" sz="3200" dirty="0">
                <a:latin typeface="Arial"/>
                <a:cs typeface="Arial"/>
              </a:rPr>
              <a:t>מה ניתן לעשות עם פרמטר טיפוס?</a:t>
            </a:r>
          </a:p>
        </p:txBody>
      </p:sp>
      <p:sp>
        <p:nvSpPr>
          <p:cNvPr id="6" name="מציין מיקום תוכן 5"/>
          <p:cNvSpPr>
            <a:spLocks noGrp="1"/>
          </p:cNvSpPr>
          <p:nvPr>
            <p:ph sz="quarter" idx="1"/>
          </p:nvPr>
        </p:nvSpPr>
        <p:spPr>
          <a:xfrm>
            <a:off x="457200" y="1202165"/>
            <a:ext cx="8229600" cy="5090120"/>
          </a:xfrm>
        </p:spPr>
        <p:txBody>
          <a:bodyPr>
            <a:normAutofit/>
          </a:bodyPr>
          <a:lstStyle/>
          <a:p>
            <a:pPr marL="0" indent="0" rtl="1">
              <a:spcAft>
                <a:spcPts val="0"/>
              </a:spcAft>
              <a:buNone/>
            </a:pPr>
            <a:endParaRPr lang="he-IL" sz="3200" dirty="0"/>
          </a:p>
          <a:p>
            <a:pPr marL="0" indent="0" algn="r" rtl="1">
              <a:spcAft>
                <a:spcPts val="0"/>
              </a:spcAft>
              <a:buNone/>
            </a:pPr>
            <a:r>
              <a:rPr lang="he-IL" sz="3200" dirty="0">
                <a:latin typeface="Arial"/>
                <a:cs typeface="Arial"/>
              </a:rPr>
              <a:t>בכל פעם שנרצה ליצור מופע של המחלקה List, נחליף את T במחלקה אחרת, ונקבל:</a:t>
            </a:r>
          </a:p>
          <a:p>
            <a:pPr algn="r" rtl="1">
              <a:spcAft>
                <a:spcPts val="0"/>
              </a:spcAft>
              <a:buFont typeface="Wingdings 3" panose="05040102010807070707" pitchFamily="18" charset="2"/>
              <a:buChar char=""/>
            </a:pPr>
            <a:r>
              <a:rPr lang="he-IL" sz="3200" dirty="0">
                <a:latin typeface="Arial"/>
                <a:cs typeface="Arial"/>
              </a:rPr>
              <a:t>פעם אחת - רשימת מחרוזות</a:t>
            </a:r>
          </a:p>
          <a:p>
            <a:pPr algn="r" rtl="1">
              <a:spcAft>
                <a:spcPts val="0"/>
              </a:spcAft>
              <a:buFont typeface="Wingdings 3" panose="05040102010807070707" pitchFamily="18" charset="2"/>
              <a:buChar char=""/>
            </a:pPr>
            <a:r>
              <a:rPr lang="he-IL" sz="3200" dirty="0">
                <a:latin typeface="Arial"/>
                <a:cs typeface="Arial"/>
              </a:rPr>
              <a:t>פעם אחרת - רשימת מספרים </a:t>
            </a:r>
          </a:p>
          <a:p>
            <a:pPr algn="r" rtl="1">
              <a:spcAft>
                <a:spcPts val="0"/>
              </a:spcAft>
              <a:buFont typeface="Wingdings 3" panose="05040102010807070707" pitchFamily="18" charset="2"/>
              <a:buChar char=""/>
            </a:pPr>
            <a:r>
              <a:rPr lang="he-IL" sz="3200" dirty="0">
                <a:latin typeface="Arial"/>
                <a:cs typeface="Arial"/>
              </a:rPr>
              <a:t>עוד פעם - רשימת רשימות וכן הלאה</a:t>
            </a:r>
            <a:endParaRPr lang="he-IL" sz="3200" dirty="0"/>
          </a:p>
        </p:txBody>
      </p:sp>
      <p:sp>
        <p:nvSpPr>
          <p:cNvPr id="7" name="Date Placeholder 6">
            <a:extLst>
              <a:ext uri="{FF2B5EF4-FFF2-40B4-BE49-F238E27FC236}">
                <a16:creationId xmlns:a16="http://schemas.microsoft.com/office/drawing/2014/main" id="{3293D7FE-F9BC-45E2-B978-D1D5D154A0B0}"/>
              </a:ext>
            </a:extLst>
          </p:cNvPr>
          <p:cNvSpPr>
            <a:spLocks noGrp="1"/>
          </p:cNvSpPr>
          <p:nvPr>
            <p:ph type="dt" sz="half" idx="10"/>
          </p:nvPr>
        </p:nvSpPr>
        <p:spPr/>
        <p:txBody>
          <a:bodyPr/>
          <a:lstStyle/>
          <a:p>
            <a:fld id="{2725F904-8FB3-4780-8D1F-97080546DAC3}" type="datetime8">
              <a:rPr lang="he-IL" smtClean="0"/>
              <a:t>19 אפריל 26</a:t>
            </a:fld>
            <a:endParaRPr lang="en-US" dirty="0"/>
          </a:p>
        </p:txBody>
      </p:sp>
      <p:sp>
        <p:nvSpPr>
          <p:cNvPr id="8" name="Footer Placeholder 7">
            <a:extLst>
              <a:ext uri="{FF2B5EF4-FFF2-40B4-BE49-F238E27FC236}">
                <a16:creationId xmlns:a16="http://schemas.microsoft.com/office/drawing/2014/main" id="{89D3DCE2-10F5-416B-AE97-9799564044E9}"/>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61B5853E-54D8-495C-8E6B-C9CF37D9D4B6}"/>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spTree>
    <p:extLst>
      <p:ext uri="{BB962C8B-B14F-4D97-AF65-F5344CB8AC3E}">
        <p14:creationId xmlns:p14="http://schemas.microsoft.com/office/powerpoint/2010/main" val="4064396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rtl="1"/>
            <a:r>
              <a:rPr lang="he-IL">
                <a:latin typeface="Arial"/>
                <a:cs typeface="Arial"/>
              </a:rPr>
              <a:t>מופעים של מחלקות גנריות</a:t>
            </a:r>
          </a:p>
        </p:txBody>
      </p:sp>
      <p:sp>
        <p:nvSpPr>
          <p:cNvPr id="6" name="מציין מיקום תוכן 5"/>
          <p:cNvSpPr>
            <a:spLocks noGrp="1"/>
          </p:cNvSpPr>
          <p:nvPr>
            <p:ph sz="quarter" idx="1"/>
          </p:nvPr>
        </p:nvSpPr>
        <p:spPr>
          <a:xfrm>
            <a:off x="457200" y="1204615"/>
            <a:ext cx="8291264" cy="5090120"/>
          </a:xfrm>
        </p:spPr>
        <p:txBody>
          <a:bodyPr>
            <a:normAutofit/>
          </a:bodyPr>
          <a:lstStyle/>
          <a:p>
            <a:pPr marL="0" indent="0" algn="r" rtl="1">
              <a:spcAft>
                <a:spcPts val="0"/>
              </a:spcAft>
              <a:buNone/>
            </a:pPr>
            <a:r>
              <a:rPr lang="he-IL" dirty="0">
                <a:latin typeface="Arial"/>
                <a:cs typeface="Arial"/>
              </a:rPr>
              <a:t>כיצד נשתמש ב-</a:t>
            </a:r>
            <a:r>
              <a:rPr lang="he-IL" dirty="0" err="1">
                <a:latin typeface="Arial"/>
                <a:cs typeface="Arial"/>
              </a:rPr>
              <a:t>Generics</a:t>
            </a:r>
            <a:r>
              <a:rPr lang="he-IL" dirty="0">
                <a:latin typeface="Arial"/>
                <a:cs typeface="Arial"/>
              </a:rPr>
              <a:t> בפועל?</a:t>
            </a:r>
          </a:p>
          <a:p>
            <a:pPr marL="0" indent="0" rtl="1">
              <a:spcAft>
                <a:spcPts val="0"/>
              </a:spcAft>
              <a:buNone/>
            </a:pPr>
            <a:endParaRPr lang="he-IL" dirty="0"/>
          </a:p>
          <a:p>
            <a:pPr marL="0" indent="0" algn="r" rtl="1">
              <a:spcAft>
                <a:spcPts val="0"/>
              </a:spcAft>
              <a:buNone/>
            </a:pPr>
            <a:r>
              <a:rPr lang="he-IL" b="1" u="sng" dirty="0">
                <a:latin typeface="Arial"/>
                <a:cs typeface="Arial"/>
              </a:rPr>
              <a:t>דוגמא 1 </a:t>
            </a:r>
          </a:p>
          <a:p>
            <a:pPr marL="0" indent="0">
              <a:spcAft>
                <a:spcPts val="0"/>
              </a:spcAft>
              <a:buNone/>
            </a:pPr>
            <a:r>
              <a:rPr lang="he-IL" sz="2800" dirty="0" err="1"/>
              <a:t>List</a:t>
            </a:r>
            <a:r>
              <a:rPr lang="he-IL" sz="2800" dirty="0">
                <a:solidFill>
                  <a:srgbClr val="FF0000"/>
                </a:solidFill>
              </a:rPr>
              <a:t>&lt;</a:t>
            </a:r>
            <a:r>
              <a:rPr lang="he-IL" sz="2800" dirty="0" err="1">
                <a:solidFill>
                  <a:srgbClr val="FF0000"/>
                </a:solidFill>
              </a:rPr>
              <a:t>String</a:t>
            </a:r>
            <a:r>
              <a:rPr lang="he-IL" sz="2800" dirty="0">
                <a:solidFill>
                  <a:srgbClr val="FF0000"/>
                </a:solidFill>
              </a:rPr>
              <a:t>&gt;</a:t>
            </a:r>
            <a:r>
              <a:rPr lang="he-IL" sz="2800" dirty="0"/>
              <a:t> </a:t>
            </a:r>
            <a:r>
              <a:rPr lang="he-IL" sz="2800" dirty="0" err="1"/>
              <a:t>myList</a:t>
            </a:r>
            <a:r>
              <a:rPr lang="he-IL" sz="2800" dirty="0"/>
              <a:t> = </a:t>
            </a:r>
            <a:r>
              <a:rPr lang="he-IL" sz="2800" dirty="0" err="1"/>
              <a:t>new</a:t>
            </a:r>
            <a:r>
              <a:rPr lang="he-IL" sz="2800" dirty="0"/>
              <a:t> </a:t>
            </a:r>
            <a:r>
              <a:rPr lang="he-IL" sz="2800" dirty="0" err="1"/>
              <a:t>LinkedList</a:t>
            </a:r>
            <a:r>
              <a:rPr lang="en-US" sz="2800" dirty="0"/>
              <a:t>()</a:t>
            </a:r>
            <a:r>
              <a:rPr lang="he-IL" sz="2800" dirty="0"/>
              <a:t>;</a:t>
            </a:r>
          </a:p>
          <a:p>
            <a:pPr marL="0" indent="0" algn="l">
              <a:spcAft>
                <a:spcPts val="0"/>
              </a:spcAft>
              <a:buNone/>
            </a:pPr>
            <a:endParaRPr lang="he-IL" b="1" u="sng" dirty="0">
              <a:latin typeface="Arial"/>
              <a:cs typeface="Arial"/>
            </a:endParaRPr>
          </a:p>
          <a:p>
            <a:pPr marL="0" indent="0" algn="r" rtl="1">
              <a:spcAft>
                <a:spcPts val="0"/>
              </a:spcAft>
              <a:buNone/>
            </a:pPr>
            <a:r>
              <a:rPr lang="he-IL" sz="2400" dirty="0"/>
              <a:t>כעת נוכל לכתוב:</a:t>
            </a:r>
          </a:p>
          <a:p>
            <a:pPr marL="0" indent="0" algn="r" rtl="1">
              <a:spcAft>
                <a:spcPts val="0"/>
              </a:spcAft>
              <a:buNone/>
            </a:pPr>
            <a:endParaRPr lang="he-IL" b="1" u="sng" dirty="0">
              <a:latin typeface="Arial"/>
              <a:cs typeface="Arial"/>
            </a:endParaRPr>
          </a:p>
          <a:p>
            <a:pPr marL="0" indent="0" fontAlgn="t">
              <a:spcAft>
                <a:spcPts val="0"/>
              </a:spcAft>
              <a:buNone/>
            </a:pPr>
            <a:r>
              <a:rPr lang="en-US" sz="3200" dirty="0" err="1"/>
              <a:t>list.add</a:t>
            </a:r>
            <a:r>
              <a:rPr lang="en-US" sz="3200" dirty="0"/>
              <a:t>(“hello”);</a:t>
            </a:r>
            <a:endParaRPr lang="en-IL" sz="3200" dirty="0"/>
          </a:p>
          <a:p>
            <a:pPr marL="0" indent="0" fontAlgn="t">
              <a:spcAft>
                <a:spcPts val="0"/>
              </a:spcAft>
              <a:buNone/>
            </a:pPr>
            <a:r>
              <a:rPr lang="en-US" sz="3200" dirty="0"/>
              <a:t>String s = </a:t>
            </a:r>
            <a:r>
              <a:rPr lang="en-US" sz="3200" dirty="0" err="1"/>
              <a:t>list.get</a:t>
            </a:r>
            <a:r>
              <a:rPr lang="en-US" sz="3200" dirty="0"/>
              <a:t>(0);</a:t>
            </a:r>
            <a:endParaRPr lang="en-IL" sz="3200" dirty="0"/>
          </a:p>
          <a:p>
            <a:pPr marL="0" marR="0" indent="0" fontAlgn="auto">
              <a:spcAft>
                <a:spcPts val="0"/>
              </a:spcAft>
              <a:buNone/>
            </a:pPr>
            <a:r>
              <a:rPr lang="en-US" sz="3200" dirty="0" err="1"/>
              <a:t>list.add</a:t>
            </a:r>
            <a:r>
              <a:rPr lang="en-US" sz="3200" dirty="0"/>
              <a:t>(new Double(3.14));  //Compilation error</a:t>
            </a:r>
          </a:p>
          <a:p>
            <a:pPr marL="0" marR="0" indent="0" fontAlgn="auto">
              <a:spcAft>
                <a:spcPts val="0"/>
              </a:spcAft>
              <a:buNone/>
            </a:pPr>
            <a:r>
              <a:rPr lang="en-US" sz="3200" dirty="0"/>
              <a:t>Double d = </a:t>
            </a:r>
            <a:r>
              <a:rPr lang="en-US" sz="3200" dirty="0" err="1"/>
              <a:t>list.get</a:t>
            </a:r>
            <a:r>
              <a:rPr lang="en-US" sz="3200" dirty="0"/>
              <a:t>(0);  //Compilation error</a:t>
            </a:r>
            <a:endParaRPr lang="he-IL" dirty="0"/>
          </a:p>
        </p:txBody>
      </p:sp>
      <p:sp>
        <p:nvSpPr>
          <p:cNvPr id="7" name="Date Placeholder 6">
            <a:extLst>
              <a:ext uri="{FF2B5EF4-FFF2-40B4-BE49-F238E27FC236}">
                <a16:creationId xmlns:a16="http://schemas.microsoft.com/office/drawing/2014/main" id="{0AED7A71-66D7-4038-AEF1-867727237D50}"/>
              </a:ext>
            </a:extLst>
          </p:cNvPr>
          <p:cNvSpPr>
            <a:spLocks noGrp="1"/>
          </p:cNvSpPr>
          <p:nvPr>
            <p:ph type="dt" sz="half" idx="10"/>
          </p:nvPr>
        </p:nvSpPr>
        <p:spPr/>
        <p:txBody>
          <a:bodyPr/>
          <a:lstStyle/>
          <a:p>
            <a:fld id="{4E1F867F-C8F8-41EB-A57F-09DCE2103882}" type="datetime8">
              <a:rPr lang="he-IL" smtClean="0"/>
              <a:t>19 אפריל 26</a:t>
            </a:fld>
            <a:endParaRPr lang="en-US" dirty="0"/>
          </a:p>
        </p:txBody>
      </p:sp>
      <p:sp>
        <p:nvSpPr>
          <p:cNvPr id="8" name="Footer Placeholder 7">
            <a:extLst>
              <a:ext uri="{FF2B5EF4-FFF2-40B4-BE49-F238E27FC236}">
                <a16:creationId xmlns:a16="http://schemas.microsoft.com/office/drawing/2014/main" id="{F4AECE6C-4A1B-4C10-BB7C-FFAFFC3BB987}"/>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B2FFDD3F-2D88-4838-A20D-76A163DF8756}"/>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18</a:t>
            </a:fld>
            <a:endParaRPr kumimoji="0" lang="en-US" dirty="0"/>
          </a:p>
        </p:txBody>
      </p:sp>
      <p:sp>
        <p:nvSpPr>
          <p:cNvPr id="10" name="TextBox 9">
            <a:extLst>
              <a:ext uri="{FF2B5EF4-FFF2-40B4-BE49-F238E27FC236}">
                <a16:creationId xmlns:a16="http://schemas.microsoft.com/office/drawing/2014/main" id="{F86C7411-31E6-568F-7097-FCCAA821AEA1}"/>
              </a:ext>
            </a:extLst>
          </p:cNvPr>
          <p:cNvSpPr txBox="1"/>
          <p:nvPr/>
        </p:nvSpPr>
        <p:spPr>
          <a:xfrm>
            <a:off x="457200" y="5448380"/>
            <a:ext cx="8694712" cy="584775"/>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4F81BD"/>
              </a:buClr>
              <a:buSzPct val="76000"/>
              <a:buFont typeface="Wingdings 3"/>
              <a:buNone/>
              <a:tabLst/>
              <a:defRPr/>
            </a:pPr>
            <a:r>
              <a:rPr kumimoji="0" lang="en-US" sz="32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rPr>
              <a:t>Double d = (Double)</a:t>
            </a:r>
            <a:r>
              <a:rPr kumimoji="0" lang="en-US" sz="3200" b="0"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mn-cs"/>
              </a:rPr>
              <a:t>list.get</a:t>
            </a:r>
            <a:r>
              <a:rPr kumimoji="0" lang="en-US" sz="32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mn-cs"/>
              </a:rPr>
              <a:t>(0);  //Compilation error</a:t>
            </a:r>
            <a:endParaRPr kumimoji="0" lang="he-IL" sz="2600" b="0" i="0" u="none" strike="noStrike" kern="1200" cap="none" spc="0" normalizeH="0" baseline="0" noProof="0" dirty="0">
              <a:ln>
                <a:noFill/>
              </a:ln>
              <a:solidFill>
                <a:srgbClr val="002060"/>
              </a:solidFill>
              <a:effectLst/>
              <a:uLnTx/>
              <a:uFillTx/>
              <a:latin typeface="Times New Roman" panose="02020603050405020304" pitchFamily="18" charset="0"/>
              <a:ea typeface="+mn-ea"/>
              <a:cs typeface="Arial" panose="020B0604020202020204" pitchFamily="34" charset="0"/>
            </a:endParaRPr>
          </a:p>
        </p:txBody>
      </p:sp>
    </p:spTree>
    <p:extLst>
      <p:ext uri="{BB962C8B-B14F-4D97-AF65-F5344CB8AC3E}">
        <p14:creationId xmlns:p14="http://schemas.microsoft.com/office/powerpoint/2010/main" val="367668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rtl="1"/>
            <a:r>
              <a:rPr lang="he-IL" sz="2400" dirty="0">
                <a:latin typeface="Arial"/>
                <a:cs typeface="Arial"/>
              </a:rPr>
              <a:t>דוגמא נוספת: רשימה מקושרת של Doubles </a:t>
            </a:r>
          </a:p>
        </p:txBody>
      </p:sp>
      <p:sp>
        <p:nvSpPr>
          <p:cNvPr id="6" name="מציין מיקום תוכן 5"/>
          <p:cNvSpPr>
            <a:spLocks noGrp="1"/>
          </p:cNvSpPr>
          <p:nvPr>
            <p:ph sz="quarter" idx="1"/>
          </p:nvPr>
        </p:nvSpPr>
        <p:spPr>
          <a:xfrm>
            <a:off x="457200" y="1204615"/>
            <a:ext cx="8229600" cy="5090120"/>
          </a:xfrm>
        </p:spPr>
        <p:txBody>
          <a:bodyPr>
            <a:normAutofit/>
          </a:bodyPr>
          <a:lstStyle/>
          <a:p>
            <a:pPr marL="0" indent="0">
              <a:spcAft>
                <a:spcPts val="0"/>
              </a:spcAft>
              <a:buNone/>
            </a:pPr>
            <a:r>
              <a:rPr lang="he-IL" sz="2400" dirty="0" err="1"/>
              <a:t>List</a:t>
            </a:r>
            <a:r>
              <a:rPr lang="en-US" sz="2400" dirty="0">
                <a:solidFill>
                  <a:srgbClr val="FF0000"/>
                </a:solidFill>
              </a:rPr>
              <a:t>&lt;Double&gt;</a:t>
            </a:r>
            <a:r>
              <a:rPr lang="he-IL" sz="2400" dirty="0" err="1"/>
              <a:t>myList</a:t>
            </a:r>
            <a:r>
              <a:rPr lang="he-IL" sz="2400" dirty="0"/>
              <a:t> = </a:t>
            </a:r>
            <a:r>
              <a:rPr lang="he-IL" sz="2400" dirty="0" err="1"/>
              <a:t>new</a:t>
            </a:r>
            <a:r>
              <a:rPr lang="he-IL" sz="2400" dirty="0"/>
              <a:t> </a:t>
            </a:r>
            <a:r>
              <a:rPr lang="he-IL" sz="2400" dirty="0" err="1"/>
              <a:t>LinkedList</a:t>
            </a:r>
            <a:r>
              <a:rPr lang="en-US" sz="2400" dirty="0"/>
              <a:t>()</a:t>
            </a:r>
            <a:r>
              <a:rPr lang="he-IL" sz="2400" dirty="0"/>
              <a:t>;</a:t>
            </a:r>
          </a:p>
          <a:p>
            <a:pPr marL="0" indent="0" algn="l">
              <a:spcAft>
                <a:spcPts val="0"/>
              </a:spcAft>
              <a:buNone/>
            </a:pPr>
            <a:endParaRPr lang="he-IL" b="1" u="sng" dirty="0">
              <a:latin typeface="Arial"/>
              <a:cs typeface="Arial"/>
            </a:endParaRPr>
          </a:p>
          <a:p>
            <a:pPr marL="0" indent="0" algn="r" rtl="1">
              <a:spcAft>
                <a:spcPts val="0"/>
              </a:spcAft>
              <a:buNone/>
            </a:pPr>
            <a:r>
              <a:rPr lang="he-IL" sz="2000" dirty="0"/>
              <a:t>כעת נוכל לכתוב:</a:t>
            </a:r>
          </a:p>
          <a:p>
            <a:pPr marL="0" indent="0" algn="r" rtl="1">
              <a:spcAft>
                <a:spcPts val="0"/>
              </a:spcAft>
              <a:buNone/>
            </a:pPr>
            <a:endParaRPr lang="he-IL" b="1" u="sng" dirty="0">
              <a:latin typeface="Arial"/>
              <a:cs typeface="Arial"/>
            </a:endParaRPr>
          </a:p>
          <a:p>
            <a:pPr marL="0" indent="0" fontAlgn="t">
              <a:spcAft>
                <a:spcPts val="0"/>
              </a:spcAft>
              <a:buNone/>
            </a:pPr>
            <a:r>
              <a:rPr lang="en-US" sz="2800" dirty="0" err="1"/>
              <a:t>list.add</a:t>
            </a:r>
            <a:r>
              <a:rPr lang="en-US" sz="2800" dirty="0"/>
              <a:t>(new Double(2.71));</a:t>
            </a:r>
            <a:endParaRPr lang="en-IL" sz="2800" dirty="0"/>
          </a:p>
          <a:p>
            <a:pPr marL="0" indent="0" fontAlgn="t">
              <a:spcAft>
                <a:spcPts val="0"/>
              </a:spcAft>
              <a:buNone/>
            </a:pPr>
            <a:r>
              <a:rPr lang="en-US" sz="2800" dirty="0"/>
              <a:t>Double s = </a:t>
            </a:r>
            <a:r>
              <a:rPr lang="en-US" sz="2800" dirty="0" err="1"/>
              <a:t>list.get</a:t>
            </a:r>
            <a:r>
              <a:rPr lang="en-US" sz="2800" dirty="0"/>
              <a:t>(0);</a:t>
            </a:r>
            <a:endParaRPr lang="en-IL" sz="2800" dirty="0"/>
          </a:p>
          <a:p>
            <a:pPr marL="0" indent="0" rtl="1">
              <a:spcAft>
                <a:spcPts val="0"/>
              </a:spcAft>
              <a:buNone/>
            </a:pPr>
            <a:endParaRPr lang="he-IL" dirty="0"/>
          </a:p>
          <a:p>
            <a:pPr marL="0" indent="0" rtl="1">
              <a:spcAft>
                <a:spcPts val="0"/>
              </a:spcAft>
              <a:buNone/>
            </a:pPr>
            <a:endParaRPr lang="he-IL" dirty="0"/>
          </a:p>
          <a:p>
            <a:pPr marL="0" indent="0" rtl="1">
              <a:spcAft>
                <a:spcPts val="0"/>
              </a:spcAft>
              <a:buNone/>
            </a:pPr>
            <a:endParaRPr lang="he-IL" dirty="0"/>
          </a:p>
          <a:p>
            <a:pPr marL="0" indent="0" rtl="1">
              <a:spcAft>
                <a:spcPts val="0"/>
              </a:spcAft>
              <a:buNone/>
            </a:pPr>
            <a:endParaRPr lang="he-IL" dirty="0"/>
          </a:p>
          <a:p>
            <a:pPr marL="0" indent="0" algn="r" rtl="1">
              <a:spcAft>
                <a:spcPts val="0"/>
              </a:spcAft>
              <a:buNone/>
            </a:pPr>
            <a:r>
              <a:rPr lang="he-IL" dirty="0">
                <a:latin typeface="Arial"/>
                <a:cs typeface="Arial"/>
              </a:rPr>
              <a:t> </a:t>
            </a:r>
          </a:p>
          <a:p>
            <a:pPr marL="0" indent="0" rtl="1">
              <a:spcAft>
                <a:spcPts val="0"/>
              </a:spcAft>
              <a:buNone/>
            </a:pPr>
            <a:endParaRPr lang="he-IL" dirty="0"/>
          </a:p>
          <a:p>
            <a:pPr marL="0" indent="0" rtl="1">
              <a:spcAft>
                <a:spcPts val="0"/>
              </a:spcAft>
              <a:buNone/>
            </a:pPr>
            <a:endParaRPr lang="he-IL" sz="1400" dirty="0"/>
          </a:p>
        </p:txBody>
      </p:sp>
      <p:sp>
        <p:nvSpPr>
          <p:cNvPr id="7" name="Date Placeholder 6">
            <a:extLst>
              <a:ext uri="{FF2B5EF4-FFF2-40B4-BE49-F238E27FC236}">
                <a16:creationId xmlns:a16="http://schemas.microsoft.com/office/drawing/2014/main" id="{AAAD485A-B755-4203-A252-90D6DE1E20C8}"/>
              </a:ext>
            </a:extLst>
          </p:cNvPr>
          <p:cNvSpPr>
            <a:spLocks noGrp="1"/>
          </p:cNvSpPr>
          <p:nvPr>
            <p:ph type="dt" sz="half" idx="10"/>
          </p:nvPr>
        </p:nvSpPr>
        <p:spPr/>
        <p:txBody>
          <a:bodyPr/>
          <a:lstStyle/>
          <a:p>
            <a:fld id="{CBD5435F-6CAC-42E9-B57F-27A1644EC71F}" type="datetime8">
              <a:rPr lang="he-IL" smtClean="0"/>
              <a:t>19 אפריל 26</a:t>
            </a:fld>
            <a:endParaRPr lang="en-US" dirty="0"/>
          </a:p>
        </p:txBody>
      </p:sp>
      <p:sp>
        <p:nvSpPr>
          <p:cNvPr id="8" name="Footer Placeholder 7">
            <a:extLst>
              <a:ext uri="{FF2B5EF4-FFF2-40B4-BE49-F238E27FC236}">
                <a16:creationId xmlns:a16="http://schemas.microsoft.com/office/drawing/2014/main" id="{CDA6967B-5FA5-4B4F-B1F2-6F3D46D6DC96}"/>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22238889-05EE-41F8-8197-0D5F1FFA25A8}"/>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19</a:t>
            </a:fld>
            <a:endParaRPr kumimoji="0" lang="en-US" dirty="0"/>
          </a:p>
        </p:txBody>
      </p:sp>
    </p:spTree>
    <p:extLst>
      <p:ext uri="{BB962C8B-B14F-4D97-AF65-F5344CB8AC3E}">
        <p14:creationId xmlns:p14="http://schemas.microsoft.com/office/powerpoint/2010/main" val="1073927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pPr algn="r" rtl="1"/>
            <a:r>
              <a:rPr lang="he-IL">
                <a:latin typeface="Arial"/>
                <a:cs typeface="Arial"/>
              </a:rPr>
              <a:t>מופעים של מחלקות גנריות</a:t>
            </a:r>
          </a:p>
        </p:txBody>
      </p:sp>
      <p:sp>
        <p:nvSpPr>
          <p:cNvPr id="6" name="מציין מיקום תוכן 5"/>
          <p:cNvSpPr>
            <a:spLocks noGrp="1"/>
          </p:cNvSpPr>
          <p:nvPr>
            <p:ph sz="quarter" idx="1"/>
          </p:nvPr>
        </p:nvSpPr>
        <p:spPr>
          <a:xfrm>
            <a:off x="457200" y="1204615"/>
            <a:ext cx="8229600" cy="5090120"/>
          </a:xfrm>
        </p:spPr>
        <p:txBody>
          <a:bodyPr>
            <a:normAutofit/>
          </a:bodyPr>
          <a:lstStyle/>
          <a:p>
            <a:pPr marL="0" indent="0" rtl="1">
              <a:spcAft>
                <a:spcPts val="0"/>
              </a:spcAft>
              <a:buNone/>
            </a:pPr>
            <a:endParaRPr lang="he-IL" dirty="0"/>
          </a:p>
          <a:p>
            <a:pPr marL="0" indent="0" algn="r" rtl="1">
              <a:spcAft>
                <a:spcPts val="0"/>
              </a:spcAft>
              <a:buNone/>
            </a:pPr>
            <a:r>
              <a:rPr lang="he-IL" b="1" u="sng" dirty="0">
                <a:latin typeface="Arial"/>
                <a:cs typeface="Arial"/>
              </a:rPr>
              <a:t>דוגמא 2 </a:t>
            </a:r>
            <a:endParaRPr lang="en-US" b="1" u="sng" dirty="0">
              <a:latin typeface="Arial"/>
              <a:cs typeface="Arial"/>
            </a:endParaRPr>
          </a:p>
          <a:p>
            <a:pPr marL="0" indent="0" algn="r" rtl="1">
              <a:spcAft>
                <a:spcPts val="0"/>
              </a:spcAft>
              <a:buNone/>
            </a:pPr>
            <a:endParaRPr lang="en-US" b="1" u="sng" dirty="0">
              <a:latin typeface="Arial"/>
              <a:cs typeface="Arial"/>
            </a:endParaRPr>
          </a:p>
          <a:p>
            <a:pPr marL="0" indent="0" algn="l">
              <a:spcAft>
                <a:spcPts val="0"/>
              </a:spcAft>
              <a:buNone/>
            </a:pPr>
            <a:r>
              <a:rPr lang="he-IL" sz="2400" dirty="0" err="1"/>
              <a:t>Map</a:t>
            </a:r>
            <a:r>
              <a:rPr lang="he-IL" sz="2400" dirty="0">
                <a:solidFill>
                  <a:srgbClr val="FF0000"/>
                </a:solidFill>
              </a:rPr>
              <a:t>&lt;</a:t>
            </a:r>
            <a:r>
              <a:rPr lang="he-IL" sz="2400" dirty="0" err="1">
                <a:solidFill>
                  <a:srgbClr val="FF0000"/>
                </a:solidFill>
              </a:rPr>
              <a:t>String</a:t>
            </a:r>
            <a:r>
              <a:rPr lang="he-IL" sz="2400" dirty="0">
                <a:solidFill>
                  <a:srgbClr val="FF0000"/>
                </a:solidFill>
              </a:rPr>
              <a:t>, </a:t>
            </a:r>
            <a:r>
              <a:rPr lang="he-IL" sz="2400" dirty="0" err="1">
                <a:solidFill>
                  <a:srgbClr val="FF0000"/>
                </a:solidFill>
              </a:rPr>
              <a:t>Double</a:t>
            </a:r>
            <a:r>
              <a:rPr lang="he-IL" sz="2400" dirty="0">
                <a:solidFill>
                  <a:srgbClr val="FF0000"/>
                </a:solidFill>
              </a:rPr>
              <a:t>&gt; </a:t>
            </a:r>
            <a:r>
              <a:rPr lang="he-IL" sz="2400" dirty="0" err="1"/>
              <a:t>map</a:t>
            </a:r>
            <a:r>
              <a:rPr lang="he-IL" sz="2400" dirty="0"/>
              <a:t> = </a:t>
            </a:r>
            <a:r>
              <a:rPr lang="he-IL" sz="2400" dirty="0" err="1"/>
              <a:t>new</a:t>
            </a:r>
            <a:r>
              <a:rPr lang="he-IL" sz="2400" dirty="0"/>
              <a:t> </a:t>
            </a:r>
            <a:r>
              <a:rPr lang="he-IL" sz="2400" dirty="0" err="1"/>
              <a:t>HashMap</a:t>
            </a:r>
            <a:r>
              <a:rPr lang="en-US" sz="2400" dirty="0"/>
              <a:t>();</a:t>
            </a:r>
            <a:r>
              <a:rPr lang="he-IL" sz="2400" dirty="0"/>
              <a:t> </a:t>
            </a:r>
          </a:p>
          <a:p>
            <a:pPr marL="0" indent="0" algn="r" rtl="1">
              <a:spcAft>
                <a:spcPts val="0"/>
              </a:spcAft>
              <a:buNone/>
            </a:pPr>
            <a:endParaRPr lang="he-IL" b="1" u="sng" dirty="0">
              <a:latin typeface="Arial"/>
              <a:cs typeface="Arial"/>
            </a:endParaRPr>
          </a:p>
          <a:p>
            <a:pPr marL="0" indent="0" algn="r" rtl="1">
              <a:spcAft>
                <a:spcPts val="0"/>
              </a:spcAft>
              <a:buNone/>
            </a:pPr>
            <a:r>
              <a:rPr lang="he-IL" sz="2800" dirty="0"/>
              <a:t>כעת נוכל לכתוב:</a:t>
            </a:r>
            <a:endParaRPr lang="en-US" sz="2800" dirty="0"/>
          </a:p>
          <a:p>
            <a:pPr marL="0" indent="0">
              <a:spcAft>
                <a:spcPts val="0"/>
              </a:spcAft>
              <a:buNone/>
            </a:pPr>
            <a:r>
              <a:rPr lang="en-US" sz="2400" dirty="0" err="1"/>
              <a:t>map.put</a:t>
            </a:r>
            <a:r>
              <a:rPr lang="en-US" sz="2400" dirty="0"/>
              <a:t>(“hello”, new Double(5.7));</a:t>
            </a:r>
          </a:p>
          <a:p>
            <a:pPr marL="0" indent="0">
              <a:spcAft>
                <a:spcPts val="0"/>
              </a:spcAft>
              <a:buNone/>
            </a:pPr>
            <a:r>
              <a:rPr lang="en-US" sz="2400" dirty="0"/>
              <a:t>Double value = </a:t>
            </a:r>
            <a:r>
              <a:rPr lang="en-US" sz="2400" dirty="0" err="1"/>
              <a:t>map.get</a:t>
            </a:r>
            <a:r>
              <a:rPr lang="en-US" sz="2400" dirty="0"/>
              <a:t>(“hello”);</a:t>
            </a:r>
          </a:p>
          <a:p>
            <a:pPr marL="0" indent="0" algn="l">
              <a:spcAft>
                <a:spcPts val="0"/>
              </a:spcAft>
              <a:buNone/>
            </a:pPr>
            <a:endParaRPr lang="he-IL" sz="2800" dirty="0"/>
          </a:p>
          <a:p>
            <a:pPr marL="0" indent="0">
              <a:spcAft>
                <a:spcPts val="0"/>
              </a:spcAft>
              <a:buNone/>
            </a:pPr>
            <a:endParaRPr lang="en-US" sz="2800" b="1" dirty="0"/>
          </a:p>
          <a:p>
            <a:pPr marL="0" indent="0" algn="l" rtl="1">
              <a:buNone/>
            </a:pPr>
            <a:endParaRPr lang="he-IL" dirty="0"/>
          </a:p>
        </p:txBody>
      </p:sp>
      <p:sp>
        <p:nvSpPr>
          <p:cNvPr id="7" name="Date Placeholder 6">
            <a:extLst>
              <a:ext uri="{FF2B5EF4-FFF2-40B4-BE49-F238E27FC236}">
                <a16:creationId xmlns:a16="http://schemas.microsoft.com/office/drawing/2014/main" id="{DEAABE83-5C41-4EE8-9B45-B59B9F46E00B}"/>
              </a:ext>
            </a:extLst>
          </p:cNvPr>
          <p:cNvSpPr>
            <a:spLocks noGrp="1"/>
          </p:cNvSpPr>
          <p:nvPr>
            <p:ph type="dt" sz="half" idx="10"/>
          </p:nvPr>
        </p:nvSpPr>
        <p:spPr/>
        <p:txBody>
          <a:bodyPr/>
          <a:lstStyle/>
          <a:p>
            <a:fld id="{D512AD6E-F43D-4758-8E58-6B38F74B9B7C}" type="datetime8">
              <a:rPr lang="he-IL" smtClean="0"/>
              <a:t>19 אפריל 26</a:t>
            </a:fld>
            <a:endParaRPr lang="en-US" dirty="0"/>
          </a:p>
        </p:txBody>
      </p:sp>
      <p:sp>
        <p:nvSpPr>
          <p:cNvPr id="8" name="Footer Placeholder 7">
            <a:extLst>
              <a:ext uri="{FF2B5EF4-FFF2-40B4-BE49-F238E27FC236}">
                <a16:creationId xmlns:a16="http://schemas.microsoft.com/office/drawing/2014/main" id="{AE22A04F-D638-47E9-974C-78327AD384F9}"/>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6752FE60-AC43-4C44-B4A4-BF6BFC6B1A11}"/>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20</a:t>
            </a:fld>
            <a:endParaRPr kumimoji="0" lang="en-US" dirty="0"/>
          </a:p>
        </p:txBody>
      </p:sp>
    </p:spTree>
    <p:extLst>
      <p:ext uri="{BB962C8B-B14F-4D97-AF65-F5344CB8AC3E}">
        <p14:creationId xmlns:p14="http://schemas.microsoft.com/office/powerpoint/2010/main" val="4160990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26F77-2FAF-4938-BF47-2663E3569C82}"/>
              </a:ext>
            </a:extLst>
          </p:cNvPr>
          <p:cNvSpPr>
            <a:spLocks noGrp="1"/>
          </p:cNvSpPr>
          <p:nvPr>
            <p:ph type="title"/>
          </p:nvPr>
        </p:nvSpPr>
        <p:spPr/>
        <p:txBody>
          <a:bodyPr/>
          <a:lstStyle/>
          <a:p>
            <a:pPr algn="r" rtl="1"/>
            <a:r>
              <a:rPr lang="he-IL" dirty="0"/>
              <a:t>ייצוג של מחלקה גנרית בתרשים מחלקות</a:t>
            </a:r>
            <a:endParaRPr lang="LID4096" dirty="0"/>
          </a:p>
        </p:txBody>
      </p:sp>
      <p:sp>
        <p:nvSpPr>
          <p:cNvPr id="3" name="Date Placeholder 2">
            <a:extLst>
              <a:ext uri="{FF2B5EF4-FFF2-40B4-BE49-F238E27FC236}">
                <a16:creationId xmlns:a16="http://schemas.microsoft.com/office/drawing/2014/main" id="{756BA4FD-4B79-4BFE-81E2-5D07CE022032}"/>
              </a:ext>
            </a:extLst>
          </p:cNvPr>
          <p:cNvSpPr>
            <a:spLocks noGrp="1"/>
          </p:cNvSpPr>
          <p:nvPr>
            <p:ph type="dt" sz="half" idx="10"/>
          </p:nvPr>
        </p:nvSpPr>
        <p:spPr/>
        <p:txBody>
          <a:bodyPr/>
          <a:lstStyle/>
          <a:p>
            <a:fld id="{777FFE32-6EC0-40FE-8B32-13CA361AAB3A}" type="datetime8">
              <a:rPr lang="he-IL" smtClean="0"/>
              <a:t>19 אפריל 26</a:t>
            </a:fld>
            <a:endParaRPr lang="en-US" dirty="0"/>
          </a:p>
        </p:txBody>
      </p:sp>
      <p:sp>
        <p:nvSpPr>
          <p:cNvPr id="4" name="Footer Placeholder 3">
            <a:extLst>
              <a:ext uri="{FF2B5EF4-FFF2-40B4-BE49-F238E27FC236}">
                <a16:creationId xmlns:a16="http://schemas.microsoft.com/office/drawing/2014/main" id="{5CADEB4A-C576-4169-875B-E7C2F1312121}"/>
              </a:ext>
            </a:extLst>
          </p:cNvPr>
          <p:cNvSpPr>
            <a:spLocks noGrp="1"/>
          </p:cNvSpPr>
          <p:nvPr>
            <p:ph type="ftr" sz="quarter" idx="11"/>
          </p:nvPr>
        </p:nvSpPr>
        <p:spPr/>
        <p:txBody>
          <a:bodyPr/>
          <a:lstStyle/>
          <a:p>
            <a:r>
              <a:rPr lang="he-IL"/>
              <a:t>עיצוב ותכנות מונחה עצמים מתקדם</a:t>
            </a:r>
            <a:endParaRPr lang="en-US"/>
          </a:p>
        </p:txBody>
      </p:sp>
      <p:sp>
        <p:nvSpPr>
          <p:cNvPr id="5" name="Slide Number Placeholder 4">
            <a:extLst>
              <a:ext uri="{FF2B5EF4-FFF2-40B4-BE49-F238E27FC236}">
                <a16:creationId xmlns:a16="http://schemas.microsoft.com/office/drawing/2014/main" id="{012F411A-3EC8-4ADA-8821-C7AF38F5CD00}"/>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21</a:t>
            </a:fld>
            <a:endParaRPr kumimoji="0" lang="en-US" dirty="0"/>
          </a:p>
        </p:txBody>
      </p:sp>
      <p:pic>
        <p:nvPicPr>
          <p:cNvPr id="6" name="Picture 5"/>
          <p:cNvPicPr>
            <a:picLocks noChangeAspect="1"/>
          </p:cNvPicPr>
          <p:nvPr/>
        </p:nvPicPr>
        <p:blipFill>
          <a:blip r:embed="rId2"/>
          <a:stretch>
            <a:fillRect/>
          </a:stretch>
        </p:blipFill>
        <p:spPr>
          <a:xfrm>
            <a:off x="1636585" y="2419653"/>
            <a:ext cx="2524125" cy="2869896"/>
          </a:xfrm>
          <a:prstGeom prst="rect">
            <a:avLst/>
          </a:prstGeom>
        </p:spPr>
      </p:pic>
      <p:pic>
        <p:nvPicPr>
          <p:cNvPr id="7" name="Picture 6"/>
          <p:cNvPicPr>
            <a:picLocks noChangeAspect="1"/>
          </p:cNvPicPr>
          <p:nvPr/>
        </p:nvPicPr>
        <p:blipFill>
          <a:blip r:embed="rId3"/>
          <a:stretch>
            <a:fillRect/>
          </a:stretch>
        </p:blipFill>
        <p:spPr>
          <a:xfrm>
            <a:off x="5033518" y="2420888"/>
            <a:ext cx="2524125" cy="2869896"/>
          </a:xfrm>
          <a:prstGeom prst="rect">
            <a:avLst/>
          </a:prstGeom>
        </p:spPr>
      </p:pic>
    </p:spTree>
    <p:extLst>
      <p:ext uri="{BB962C8B-B14F-4D97-AF65-F5344CB8AC3E}">
        <p14:creationId xmlns:p14="http://schemas.microsoft.com/office/powerpoint/2010/main" val="3678057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A865-A7F3-464B-A05F-19F439638973}"/>
              </a:ext>
            </a:extLst>
          </p:cNvPr>
          <p:cNvSpPr>
            <a:spLocks noGrp="1"/>
          </p:cNvSpPr>
          <p:nvPr>
            <p:ph type="title"/>
          </p:nvPr>
        </p:nvSpPr>
        <p:spPr/>
        <p:txBody>
          <a:bodyPr/>
          <a:lstStyle/>
          <a:p>
            <a:pPr algn="r" rtl="1"/>
            <a:r>
              <a:rPr lang="he-IL" dirty="0">
                <a:latin typeface="Arial"/>
                <a:cs typeface="Arial"/>
              </a:rPr>
              <a:t>כתיבת מחלקה גנרית חדשה</a:t>
            </a:r>
            <a:endParaRPr lang="he-IL" dirty="0"/>
          </a:p>
        </p:txBody>
      </p:sp>
      <p:sp>
        <p:nvSpPr>
          <p:cNvPr id="6" name="Content Placeholder 5">
            <a:extLst>
              <a:ext uri="{FF2B5EF4-FFF2-40B4-BE49-F238E27FC236}">
                <a16:creationId xmlns:a16="http://schemas.microsoft.com/office/drawing/2014/main" id="{339C9645-52C9-4B9B-B889-F85AE11AF6FC}"/>
              </a:ext>
            </a:extLst>
          </p:cNvPr>
          <p:cNvSpPr>
            <a:spLocks noGrp="1"/>
          </p:cNvSpPr>
          <p:nvPr>
            <p:ph idx="1"/>
          </p:nvPr>
        </p:nvSpPr>
        <p:spPr/>
        <p:txBody>
          <a:bodyPr>
            <a:normAutofit/>
          </a:bodyPr>
          <a:lstStyle/>
          <a:p>
            <a:pPr marL="0" indent="0" algn="l" rtl="0">
              <a:buNone/>
            </a:pPr>
            <a:r>
              <a:rPr lang="en-US" sz="2800" dirty="0">
                <a:solidFill>
                  <a:srgbClr val="7F0055"/>
                </a:solidFill>
                <a:latin typeface="Consolas" panose="020B0609020204030204" pitchFamily="49" charset="0"/>
              </a:rPr>
              <a:t>public</a:t>
            </a:r>
            <a:r>
              <a:rPr lang="en-US" sz="2800" dirty="0">
                <a:solidFill>
                  <a:srgbClr val="000000"/>
                </a:solidFill>
                <a:latin typeface="Consolas" panose="020B0609020204030204" pitchFamily="49" charset="0"/>
              </a:rPr>
              <a:t> </a:t>
            </a:r>
            <a:r>
              <a:rPr lang="en-US" sz="2800" dirty="0">
                <a:solidFill>
                  <a:srgbClr val="7F0055"/>
                </a:solidFill>
                <a:latin typeface="Consolas" panose="020B0609020204030204" pitchFamily="49" charset="0"/>
              </a:rPr>
              <a:t>class</a:t>
            </a:r>
            <a:r>
              <a:rPr lang="en-US" sz="2800" dirty="0">
                <a:solidFill>
                  <a:srgbClr val="000000"/>
                </a:solidFill>
                <a:latin typeface="Consolas" panose="020B0609020204030204" pitchFamily="49" charset="0"/>
              </a:rPr>
              <a:t> </a:t>
            </a:r>
            <a:r>
              <a:rPr lang="en-US" sz="2800" dirty="0" err="1">
                <a:solidFill>
                  <a:srgbClr val="000000"/>
                </a:solidFill>
                <a:latin typeface="Consolas" panose="020B0609020204030204" pitchFamily="49" charset="0"/>
              </a:rPr>
              <a:t>BTree</a:t>
            </a:r>
            <a:r>
              <a:rPr lang="en-US" sz="2800" dirty="0">
                <a:solidFill>
                  <a:srgbClr val="000000"/>
                </a:solidFill>
                <a:latin typeface="Consolas" panose="020B0609020204030204" pitchFamily="49" charset="0"/>
              </a:rPr>
              <a:t> &lt;T&gt;{</a:t>
            </a:r>
          </a:p>
          <a:p>
            <a:pPr marL="0" indent="0" algn="l" rtl="0">
              <a:buNone/>
            </a:pPr>
            <a:r>
              <a:rPr lang="en-US" sz="2800" dirty="0">
                <a:solidFill>
                  <a:srgbClr val="7F0055"/>
                </a:solidFill>
                <a:latin typeface="Consolas" panose="020B0609020204030204" pitchFamily="49" charset="0"/>
              </a:rPr>
              <a:t>	public</a:t>
            </a:r>
            <a:r>
              <a:rPr lang="en-US" sz="2800" dirty="0">
                <a:solidFill>
                  <a:srgbClr val="000000"/>
                </a:solidFill>
                <a:latin typeface="Consolas" panose="020B0609020204030204" pitchFamily="49" charset="0"/>
              </a:rPr>
              <a:t> </a:t>
            </a:r>
            <a:r>
              <a:rPr lang="en-US" sz="2800" dirty="0" err="1">
                <a:solidFill>
                  <a:srgbClr val="7F0055"/>
                </a:solidFill>
                <a:latin typeface="Consolas" panose="020B0609020204030204" pitchFamily="49" charset="0"/>
              </a:rPr>
              <a:t>boolean</a:t>
            </a:r>
            <a:r>
              <a:rPr lang="en-US" sz="2800" dirty="0">
                <a:solidFill>
                  <a:srgbClr val="000000"/>
                </a:solidFill>
                <a:latin typeface="Consolas" panose="020B0609020204030204" pitchFamily="49" charset="0"/>
              </a:rPr>
              <a:t> add(T </a:t>
            </a:r>
            <a:r>
              <a:rPr lang="en-US" sz="2800" dirty="0">
                <a:solidFill>
                  <a:srgbClr val="6A3E3E"/>
                </a:solidFill>
                <a:latin typeface="Consolas" panose="020B0609020204030204" pitchFamily="49" charset="0"/>
              </a:rPr>
              <a:t>t</a:t>
            </a:r>
            <a:r>
              <a:rPr lang="en-US" sz="2800" dirty="0">
                <a:solidFill>
                  <a:srgbClr val="000000"/>
                </a:solidFill>
                <a:latin typeface="Consolas" panose="020B0609020204030204" pitchFamily="49" charset="0"/>
              </a:rPr>
              <a:t>) {…}</a:t>
            </a:r>
          </a:p>
          <a:p>
            <a:pPr marL="0" indent="0" algn="l" rtl="0">
              <a:buNone/>
            </a:pPr>
            <a:r>
              <a:rPr lang="en-US" sz="2800" dirty="0">
                <a:solidFill>
                  <a:srgbClr val="7F0055"/>
                </a:solidFill>
                <a:latin typeface="Consolas" panose="020B0609020204030204" pitchFamily="49" charset="0"/>
              </a:rPr>
              <a:t>	public</a:t>
            </a:r>
            <a:r>
              <a:rPr lang="en-US" sz="2800" dirty="0">
                <a:solidFill>
                  <a:srgbClr val="000000"/>
                </a:solidFill>
                <a:latin typeface="Consolas" panose="020B0609020204030204" pitchFamily="49" charset="0"/>
              </a:rPr>
              <a:t> </a:t>
            </a:r>
            <a:r>
              <a:rPr lang="en-US" sz="2800" dirty="0" err="1">
                <a:solidFill>
                  <a:srgbClr val="7F0055"/>
                </a:solidFill>
                <a:latin typeface="Consolas" panose="020B0609020204030204" pitchFamily="49" charset="0"/>
              </a:rPr>
              <a:t>boolean</a:t>
            </a:r>
            <a:r>
              <a:rPr lang="en-US" sz="2800" dirty="0">
                <a:solidFill>
                  <a:srgbClr val="000000"/>
                </a:solidFill>
                <a:latin typeface="Consolas" panose="020B0609020204030204" pitchFamily="49" charset="0"/>
              </a:rPr>
              <a:t> remove(T </a:t>
            </a:r>
            <a:r>
              <a:rPr lang="en-US" sz="2800" dirty="0">
                <a:solidFill>
                  <a:srgbClr val="6A3E3E"/>
                </a:solidFill>
                <a:latin typeface="Consolas" panose="020B0609020204030204" pitchFamily="49" charset="0"/>
              </a:rPr>
              <a:t>t</a:t>
            </a:r>
            <a:r>
              <a:rPr lang="en-US" sz="2800" dirty="0">
                <a:solidFill>
                  <a:srgbClr val="000000"/>
                </a:solidFill>
                <a:latin typeface="Consolas" panose="020B0609020204030204" pitchFamily="49" charset="0"/>
              </a:rPr>
              <a:t>) {…}</a:t>
            </a:r>
          </a:p>
          <a:p>
            <a:pPr marL="0" indent="0" algn="l" rtl="0">
              <a:buNone/>
            </a:pPr>
            <a:r>
              <a:rPr lang="en-US" sz="2800" dirty="0">
                <a:solidFill>
                  <a:srgbClr val="000000"/>
                </a:solidFill>
                <a:latin typeface="Consolas" panose="020B0609020204030204" pitchFamily="49" charset="0"/>
              </a:rPr>
              <a:t>	T first() {…}</a:t>
            </a:r>
          </a:p>
          <a:p>
            <a:pPr marL="0" indent="0" algn="l" rtl="0">
              <a:buNone/>
            </a:pPr>
            <a:r>
              <a:rPr lang="en-US" sz="2800" dirty="0">
                <a:solidFill>
                  <a:srgbClr val="000000"/>
                </a:solidFill>
                <a:latin typeface="Consolas" panose="020B0609020204030204" pitchFamily="49" charset="0"/>
              </a:rPr>
              <a:t>}</a:t>
            </a:r>
          </a:p>
        </p:txBody>
      </p:sp>
      <p:sp>
        <p:nvSpPr>
          <p:cNvPr id="7" name="Date Placeholder 6">
            <a:extLst>
              <a:ext uri="{FF2B5EF4-FFF2-40B4-BE49-F238E27FC236}">
                <a16:creationId xmlns:a16="http://schemas.microsoft.com/office/drawing/2014/main" id="{F64B2100-1A0D-4EAA-BDB4-06093D310AEA}"/>
              </a:ext>
            </a:extLst>
          </p:cNvPr>
          <p:cNvSpPr>
            <a:spLocks noGrp="1"/>
          </p:cNvSpPr>
          <p:nvPr>
            <p:ph type="dt" sz="half" idx="10"/>
          </p:nvPr>
        </p:nvSpPr>
        <p:spPr/>
        <p:txBody>
          <a:bodyPr/>
          <a:lstStyle/>
          <a:p>
            <a:fld id="{FF81DE08-BE9B-4E62-8E9D-4F3080AC59B4}" type="datetime8">
              <a:rPr lang="he-IL" smtClean="0"/>
              <a:t>19 אפריל 26</a:t>
            </a:fld>
            <a:endParaRPr lang="en-US" dirty="0"/>
          </a:p>
        </p:txBody>
      </p:sp>
      <p:sp>
        <p:nvSpPr>
          <p:cNvPr id="8" name="Footer Placeholder 7">
            <a:extLst>
              <a:ext uri="{FF2B5EF4-FFF2-40B4-BE49-F238E27FC236}">
                <a16:creationId xmlns:a16="http://schemas.microsoft.com/office/drawing/2014/main" id="{725B7276-9469-44B4-94C8-4F73142511F3}"/>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52B08614-67E7-4B28-9FBB-0A8D1C2B4372}"/>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22</a:t>
            </a:fld>
            <a:endParaRPr kumimoji="0" lang="en-US" dirty="0"/>
          </a:p>
        </p:txBody>
      </p:sp>
    </p:spTree>
    <p:extLst>
      <p:ext uri="{BB962C8B-B14F-4D97-AF65-F5344CB8AC3E}">
        <p14:creationId xmlns:p14="http://schemas.microsoft.com/office/powerpoint/2010/main" val="1831519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8A865-A7F3-464B-A05F-19F439638973}"/>
              </a:ext>
            </a:extLst>
          </p:cNvPr>
          <p:cNvSpPr>
            <a:spLocks noGrp="1"/>
          </p:cNvSpPr>
          <p:nvPr>
            <p:ph type="title"/>
          </p:nvPr>
        </p:nvSpPr>
        <p:spPr>
          <a:xfrm>
            <a:off x="528486" y="637760"/>
            <a:ext cx="7772400" cy="486984"/>
          </a:xfrm>
        </p:spPr>
        <p:txBody>
          <a:bodyPr>
            <a:normAutofit fontScale="90000"/>
          </a:bodyPr>
          <a:lstStyle/>
          <a:p>
            <a:pPr algn="r" rtl="1"/>
            <a:r>
              <a:rPr lang="he-IL" dirty="0" err="1">
                <a:latin typeface="Arial"/>
                <a:cs typeface="Arial"/>
              </a:rPr>
              <a:t>Generics</a:t>
            </a:r>
            <a:r>
              <a:rPr lang="he-IL" dirty="0">
                <a:latin typeface="Arial"/>
                <a:cs typeface="Arial"/>
              </a:rPr>
              <a:t> חסומים</a:t>
            </a:r>
            <a:endParaRPr lang="he-IL" dirty="0"/>
          </a:p>
        </p:txBody>
      </p:sp>
      <p:sp>
        <p:nvSpPr>
          <p:cNvPr id="6" name="Content Placeholder 5">
            <a:extLst>
              <a:ext uri="{FF2B5EF4-FFF2-40B4-BE49-F238E27FC236}">
                <a16:creationId xmlns:a16="http://schemas.microsoft.com/office/drawing/2014/main" id="{339C9645-52C9-4B9B-B889-F85AE11AF6FC}"/>
              </a:ext>
            </a:extLst>
          </p:cNvPr>
          <p:cNvSpPr>
            <a:spLocks noGrp="1"/>
          </p:cNvSpPr>
          <p:nvPr>
            <p:ph idx="1"/>
          </p:nvPr>
        </p:nvSpPr>
        <p:spPr>
          <a:xfrm>
            <a:off x="467544" y="1219200"/>
            <a:ext cx="7884368" cy="4937760"/>
          </a:xfrm>
        </p:spPr>
        <p:txBody>
          <a:bodyPr>
            <a:normAutofit/>
          </a:bodyPr>
          <a:lstStyle/>
          <a:p>
            <a:pPr marL="0" indent="0">
              <a:spcAft>
                <a:spcPts val="600"/>
              </a:spcAft>
              <a:buNone/>
            </a:pPr>
            <a:r>
              <a:rPr lang="en-US" sz="2400" dirty="0">
                <a:solidFill>
                  <a:srgbClr val="7F0055"/>
                </a:solidFill>
                <a:latin typeface="Consolas" panose="020B0609020204030204" pitchFamily="49" charset="0"/>
              </a:rPr>
              <a:t>public</a:t>
            </a:r>
            <a:r>
              <a:rPr lang="en-US" sz="2400" dirty="0">
                <a:solidFill>
                  <a:srgbClr val="000000"/>
                </a:solidFill>
                <a:latin typeface="Consolas" panose="020B0609020204030204" pitchFamily="49" charset="0"/>
              </a:rPr>
              <a:t> </a:t>
            </a:r>
            <a:r>
              <a:rPr lang="en-US" sz="2400" dirty="0">
                <a:solidFill>
                  <a:srgbClr val="7F0055"/>
                </a:solidFill>
                <a:latin typeface="Consolas" panose="020B0609020204030204" pitchFamily="49" charset="0"/>
              </a:rPr>
              <a:t>class</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BTree</a:t>
            </a:r>
            <a:r>
              <a:rPr lang="en-US" sz="2400" dirty="0">
                <a:solidFill>
                  <a:srgbClr val="000000"/>
                </a:solidFill>
                <a:latin typeface="Consolas" panose="020B0609020204030204" pitchFamily="49" charset="0"/>
              </a:rPr>
              <a:t> &lt;</a:t>
            </a:r>
            <a:r>
              <a:rPr lang="en-US" sz="2400" u="sng" dirty="0">
                <a:solidFill>
                  <a:srgbClr val="000000"/>
                </a:solidFill>
                <a:latin typeface="Consolas" panose="020B0609020204030204" pitchFamily="49" charset="0"/>
              </a:rPr>
              <a:t>T </a:t>
            </a:r>
            <a:r>
              <a:rPr lang="en-US" sz="2400" u="sng" dirty="0">
                <a:solidFill>
                  <a:srgbClr val="7F0055"/>
                </a:solidFill>
                <a:latin typeface="Consolas" panose="020B0609020204030204" pitchFamily="49" charset="0"/>
              </a:rPr>
              <a:t>extends</a:t>
            </a:r>
            <a:r>
              <a:rPr lang="en-US" sz="2400" u="sng" dirty="0">
                <a:solidFill>
                  <a:srgbClr val="000000"/>
                </a:solidFill>
                <a:latin typeface="Consolas" panose="020B0609020204030204" pitchFamily="49" charset="0"/>
              </a:rPr>
              <a:t> Comparable&lt;T&gt;</a:t>
            </a:r>
            <a:r>
              <a:rPr lang="en-US" sz="2400" dirty="0">
                <a:solidFill>
                  <a:srgbClr val="000000"/>
                </a:solidFill>
                <a:latin typeface="Consolas" panose="020B0609020204030204" pitchFamily="49" charset="0"/>
              </a:rPr>
              <a:t>&gt;{</a:t>
            </a:r>
          </a:p>
          <a:p>
            <a:pPr marL="0" indent="0">
              <a:spcAft>
                <a:spcPts val="600"/>
              </a:spcAft>
              <a:buNone/>
            </a:pPr>
            <a:r>
              <a:rPr lang="en-US" sz="2400" dirty="0">
                <a:solidFill>
                  <a:srgbClr val="000000"/>
                </a:solidFill>
                <a:latin typeface="Consolas" panose="020B0609020204030204" pitchFamily="49" charset="0"/>
              </a:rPr>
              <a:t>	T </a:t>
            </a:r>
            <a:r>
              <a:rPr lang="en-US" sz="2400" dirty="0">
                <a:solidFill>
                  <a:srgbClr val="0000C0"/>
                </a:solidFill>
                <a:latin typeface="Consolas" panose="020B0609020204030204" pitchFamily="49" charset="0"/>
              </a:rPr>
              <a:t>root</a:t>
            </a:r>
            <a:r>
              <a:rPr lang="en-US" sz="2400" dirty="0">
                <a:solidFill>
                  <a:srgbClr val="000000"/>
                </a:solidFill>
                <a:latin typeface="Consolas" panose="020B0609020204030204" pitchFamily="49" charset="0"/>
              </a:rPr>
              <a:t>;</a:t>
            </a:r>
          </a:p>
          <a:p>
            <a:pPr marL="0" indent="0">
              <a:spcAft>
                <a:spcPts val="600"/>
              </a:spcAft>
              <a:buNone/>
            </a:pPr>
            <a:r>
              <a:rPr lang="en-US" sz="2400" dirty="0">
                <a:solidFill>
                  <a:srgbClr val="7F0055"/>
                </a:solidFill>
                <a:latin typeface="Consolas" panose="020B0609020204030204" pitchFamily="49" charset="0"/>
              </a:rPr>
              <a:t>	public</a:t>
            </a:r>
            <a:r>
              <a:rPr lang="en-US" sz="2400" dirty="0">
                <a:solidFill>
                  <a:srgbClr val="000000"/>
                </a:solidFill>
                <a:latin typeface="Consolas" panose="020B0609020204030204" pitchFamily="49" charset="0"/>
              </a:rPr>
              <a:t> </a:t>
            </a:r>
            <a:r>
              <a:rPr lang="en-US" sz="2400" dirty="0" err="1">
                <a:solidFill>
                  <a:srgbClr val="7F0055"/>
                </a:solidFill>
                <a:latin typeface="Consolas" panose="020B0609020204030204" pitchFamily="49" charset="0"/>
              </a:rPr>
              <a:t>boolean</a:t>
            </a:r>
            <a:r>
              <a:rPr lang="en-US" sz="2400" dirty="0">
                <a:solidFill>
                  <a:srgbClr val="000000"/>
                </a:solidFill>
                <a:latin typeface="Consolas" panose="020B0609020204030204" pitchFamily="49" charset="0"/>
              </a:rPr>
              <a:t> add(T </a:t>
            </a:r>
            <a:r>
              <a:rPr lang="en-US" sz="2400" dirty="0">
                <a:solidFill>
                  <a:srgbClr val="6A3E3E"/>
                </a:solidFill>
                <a:latin typeface="Consolas" panose="020B0609020204030204" pitchFamily="49" charset="0"/>
              </a:rPr>
              <a:t>t</a:t>
            </a:r>
            <a:r>
              <a:rPr lang="en-US" sz="2400" dirty="0">
                <a:solidFill>
                  <a:srgbClr val="000000"/>
                </a:solidFill>
                <a:latin typeface="Consolas" panose="020B0609020204030204" pitchFamily="49" charset="0"/>
              </a:rPr>
              <a:t>) {</a:t>
            </a:r>
          </a:p>
          <a:p>
            <a:pPr marL="0" indent="0">
              <a:spcAft>
                <a:spcPts val="600"/>
              </a:spcAft>
              <a:buNone/>
            </a:pPr>
            <a:r>
              <a:rPr lang="en-US" sz="2400" dirty="0">
                <a:solidFill>
                  <a:srgbClr val="000000"/>
                </a:solidFill>
                <a:latin typeface="Consolas" panose="020B0609020204030204" pitchFamily="49" charset="0"/>
              </a:rPr>
              <a:t>		… </a:t>
            </a:r>
          </a:p>
          <a:p>
            <a:pPr marL="0" indent="0">
              <a:spcAft>
                <a:spcPts val="600"/>
              </a:spcAft>
              <a:buNone/>
            </a:pPr>
            <a:r>
              <a:rPr lang="en-US" sz="2400" dirty="0">
                <a:solidFill>
                  <a:srgbClr val="6A3E3E"/>
                </a:solidFill>
                <a:latin typeface="Consolas" panose="020B0609020204030204" pitchFamily="49" charset="0"/>
              </a:rPr>
              <a:t>		</a:t>
            </a:r>
            <a:r>
              <a:rPr lang="en-US" sz="2400" dirty="0" err="1">
                <a:solidFill>
                  <a:srgbClr val="6A3E3E"/>
                </a:solidFill>
                <a:latin typeface="Consolas" panose="020B0609020204030204" pitchFamily="49" charset="0"/>
              </a:rPr>
              <a:t>t</a:t>
            </a:r>
            <a:r>
              <a:rPr lang="en-US" sz="2400" dirty="0" err="1">
                <a:solidFill>
                  <a:srgbClr val="000000"/>
                </a:solidFill>
                <a:latin typeface="Consolas" panose="020B0609020204030204" pitchFamily="49" charset="0"/>
              </a:rPr>
              <a:t>.compareTo</a:t>
            </a:r>
            <a:r>
              <a:rPr lang="en-US" sz="2400" dirty="0">
                <a:solidFill>
                  <a:srgbClr val="000000"/>
                </a:solidFill>
                <a:latin typeface="Consolas" panose="020B0609020204030204" pitchFamily="49" charset="0"/>
              </a:rPr>
              <a:t>(</a:t>
            </a:r>
            <a:r>
              <a:rPr lang="en-US" sz="2400" dirty="0">
                <a:solidFill>
                  <a:srgbClr val="0000C0"/>
                </a:solidFill>
                <a:latin typeface="Consolas" panose="020B0609020204030204" pitchFamily="49" charset="0"/>
              </a:rPr>
              <a:t>root</a:t>
            </a:r>
            <a:r>
              <a:rPr lang="en-US" sz="2400" dirty="0">
                <a:solidFill>
                  <a:srgbClr val="000000"/>
                </a:solidFill>
                <a:latin typeface="Consolas" panose="020B0609020204030204" pitchFamily="49" charset="0"/>
              </a:rPr>
              <a:t>)}</a:t>
            </a:r>
          </a:p>
          <a:p>
            <a:pPr marL="0" indent="0">
              <a:spcAft>
                <a:spcPts val="600"/>
              </a:spcAft>
              <a:buNone/>
            </a:pPr>
            <a:r>
              <a:rPr lang="en-US" sz="2400" dirty="0">
                <a:solidFill>
                  <a:srgbClr val="000000"/>
                </a:solidFill>
                <a:latin typeface="Consolas" panose="020B0609020204030204" pitchFamily="49" charset="0"/>
              </a:rPr>
              <a:t>		…</a:t>
            </a:r>
          </a:p>
          <a:p>
            <a:pPr marL="0" indent="0">
              <a:spcAft>
                <a:spcPts val="600"/>
              </a:spcAft>
              <a:buNone/>
            </a:pPr>
            <a:r>
              <a:rPr lang="en-US" sz="2400" dirty="0">
                <a:solidFill>
                  <a:srgbClr val="000000"/>
                </a:solidFill>
                <a:latin typeface="Consolas" panose="020B0609020204030204" pitchFamily="49" charset="0"/>
              </a:rPr>
              <a:t>	}</a:t>
            </a:r>
          </a:p>
          <a:p>
            <a:pPr marL="0" indent="0">
              <a:spcAft>
                <a:spcPts val="600"/>
              </a:spcAft>
              <a:buNone/>
            </a:pPr>
            <a:r>
              <a:rPr lang="en-US" sz="2400" dirty="0">
                <a:solidFill>
                  <a:srgbClr val="7F0055"/>
                </a:solidFill>
                <a:latin typeface="Consolas" panose="020B0609020204030204" pitchFamily="49" charset="0"/>
              </a:rPr>
              <a:t>	public</a:t>
            </a:r>
            <a:r>
              <a:rPr lang="en-US" sz="2400" dirty="0">
                <a:solidFill>
                  <a:srgbClr val="000000"/>
                </a:solidFill>
                <a:latin typeface="Consolas" panose="020B0609020204030204" pitchFamily="49" charset="0"/>
              </a:rPr>
              <a:t> </a:t>
            </a:r>
            <a:r>
              <a:rPr lang="en-US" sz="2400" dirty="0" err="1">
                <a:solidFill>
                  <a:srgbClr val="7F0055"/>
                </a:solidFill>
                <a:latin typeface="Consolas" panose="020B0609020204030204" pitchFamily="49" charset="0"/>
              </a:rPr>
              <a:t>boolean</a:t>
            </a:r>
            <a:r>
              <a:rPr lang="en-US" sz="2400" dirty="0">
                <a:solidFill>
                  <a:srgbClr val="000000"/>
                </a:solidFill>
                <a:latin typeface="Consolas" panose="020B0609020204030204" pitchFamily="49" charset="0"/>
              </a:rPr>
              <a:t> remove(T </a:t>
            </a:r>
            <a:r>
              <a:rPr lang="en-US" sz="2400" dirty="0">
                <a:solidFill>
                  <a:srgbClr val="6A3E3E"/>
                </a:solidFill>
                <a:latin typeface="Consolas" panose="020B0609020204030204" pitchFamily="49" charset="0"/>
              </a:rPr>
              <a:t>t</a:t>
            </a:r>
            <a:r>
              <a:rPr lang="en-US" sz="2400" dirty="0">
                <a:solidFill>
                  <a:srgbClr val="000000"/>
                </a:solidFill>
                <a:latin typeface="Consolas" panose="020B0609020204030204" pitchFamily="49" charset="0"/>
              </a:rPr>
              <a:t>) {…}</a:t>
            </a:r>
          </a:p>
          <a:p>
            <a:pPr marL="0" indent="0">
              <a:spcAft>
                <a:spcPts val="600"/>
              </a:spcAft>
              <a:buNone/>
            </a:pPr>
            <a:r>
              <a:rPr lang="en-US" sz="2400" dirty="0">
                <a:solidFill>
                  <a:srgbClr val="000000"/>
                </a:solidFill>
                <a:latin typeface="Consolas" panose="020B0609020204030204" pitchFamily="49" charset="0"/>
              </a:rPr>
              <a:t>	T first() {…}</a:t>
            </a:r>
          </a:p>
          <a:p>
            <a:pPr marL="0" indent="0">
              <a:spcAft>
                <a:spcPts val="600"/>
              </a:spcAft>
              <a:buNone/>
            </a:pPr>
            <a:r>
              <a:rPr lang="en-US" sz="2400" dirty="0">
                <a:solidFill>
                  <a:srgbClr val="000000"/>
                </a:solidFill>
                <a:latin typeface="Consolas" panose="020B0609020204030204" pitchFamily="49" charset="0"/>
              </a:rPr>
              <a:t>}</a:t>
            </a:r>
          </a:p>
        </p:txBody>
      </p:sp>
      <p:sp>
        <p:nvSpPr>
          <p:cNvPr id="7" name="Date Placeholder 6">
            <a:extLst>
              <a:ext uri="{FF2B5EF4-FFF2-40B4-BE49-F238E27FC236}">
                <a16:creationId xmlns:a16="http://schemas.microsoft.com/office/drawing/2014/main" id="{78F32836-B564-4A5D-AC44-8EC301BA1033}"/>
              </a:ext>
            </a:extLst>
          </p:cNvPr>
          <p:cNvSpPr>
            <a:spLocks noGrp="1"/>
          </p:cNvSpPr>
          <p:nvPr>
            <p:ph type="dt" sz="half" idx="10"/>
          </p:nvPr>
        </p:nvSpPr>
        <p:spPr/>
        <p:txBody>
          <a:bodyPr/>
          <a:lstStyle/>
          <a:p>
            <a:fld id="{D13E975F-4971-4694-BEDC-E6779162A13F}" type="datetime8">
              <a:rPr lang="he-IL" smtClean="0"/>
              <a:t>19 אפריל 26</a:t>
            </a:fld>
            <a:endParaRPr lang="en-US" dirty="0"/>
          </a:p>
        </p:txBody>
      </p:sp>
      <p:sp>
        <p:nvSpPr>
          <p:cNvPr id="8" name="Footer Placeholder 7">
            <a:extLst>
              <a:ext uri="{FF2B5EF4-FFF2-40B4-BE49-F238E27FC236}">
                <a16:creationId xmlns:a16="http://schemas.microsoft.com/office/drawing/2014/main" id="{6855FE62-4C63-4D09-8055-A3E79F213EFB}"/>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311BCB11-06F1-412C-8E85-5FFC127158A5}"/>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23</a:t>
            </a:fld>
            <a:endParaRPr kumimoji="0" lang="en-US" dirty="0"/>
          </a:p>
        </p:txBody>
      </p:sp>
      <p:sp>
        <p:nvSpPr>
          <p:cNvPr id="3" name="Rectangle 2">
            <a:extLst>
              <a:ext uri="{FF2B5EF4-FFF2-40B4-BE49-F238E27FC236}">
                <a16:creationId xmlns:a16="http://schemas.microsoft.com/office/drawing/2014/main" id="{00763E8A-2165-7A09-D783-E7B85F043ADA}"/>
              </a:ext>
            </a:extLst>
          </p:cNvPr>
          <p:cNvSpPr/>
          <p:nvPr/>
        </p:nvSpPr>
        <p:spPr>
          <a:xfrm>
            <a:off x="1187624" y="2132856"/>
            <a:ext cx="5400600" cy="32403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100213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2DA9A-8569-4C63-A891-B055B7C0DEB4}"/>
              </a:ext>
            </a:extLst>
          </p:cNvPr>
          <p:cNvSpPr>
            <a:spLocks noGrp="1"/>
          </p:cNvSpPr>
          <p:nvPr>
            <p:ph type="title"/>
          </p:nvPr>
        </p:nvSpPr>
        <p:spPr>
          <a:xfrm>
            <a:off x="523081" y="19377"/>
            <a:ext cx="7772400" cy="1143000"/>
          </a:xfrm>
        </p:spPr>
        <p:txBody>
          <a:bodyPr>
            <a:normAutofit/>
          </a:bodyPr>
          <a:lstStyle/>
          <a:p>
            <a:pPr algn="r" rtl="1"/>
            <a:r>
              <a:rPr lang="he-IL" dirty="0">
                <a:latin typeface="Arial"/>
                <a:cs typeface="Arial"/>
              </a:rPr>
              <a:t>הגדרת מחלקה המממשת ממשק גנרי חסום</a:t>
            </a:r>
            <a:endParaRPr lang="he-IL" dirty="0"/>
          </a:p>
        </p:txBody>
      </p:sp>
      <p:sp>
        <p:nvSpPr>
          <p:cNvPr id="6" name="Content Placeholder 5">
            <a:extLst>
              <a:ext uri="{FF2B5EF4-FFF2-40B4-BE49-F238E27FC236}">
                <a16:creationId xmlns:a16="http://schemas.microsoft.com/office/drawing/2014/main" id="{F9DD9FC3-C943-4415-A523-588F70AD8FF6}"/>
              </a:ext>
            </a:extLst>
          </p:cNvPr>
          <p:cNvSpPr>
            <a:spLocks noGrp="1"/>
          </p:cNvSpPr>
          <p:nvPr>
            <p:ph idx="1"/>
          </p:nvPr>
        </p:nvSpPr>
        <p:spPr>
          <a:xfrm>
            <a:off x="251521" y="1401922"/>
            <a:ext cx="8784976" cy="4937760"/>
          </a:xfrm>
        </p:spPr>
        <p:txBody>
          <a:bodyPr>
            <a:normAutofit/>
          </a:bodyPr>
          <a:lstStyle/>
          <a:p>
            <a:pPr marL="0" indent="0" algn="l" rtl="0">
              <a:buNone/>
            </a:pPr>
            <a:r>
              <a:rPr lang="en-US" sz="2400" dirty="0">
                <a:solidFill>
                  <a:srgbClr val="7F0055"/>
                </a:solidFill>
                <a:latin typeface="Consolas" panose="020B0609020204030204" pitchFamily="49" charset="0"/>
              </a:rPr>
              <a:t>public</a:t>
            </a:r>
            <a:r>
              <a:rPr lang="en-US" sz="2400" dirty="0">
                <a:solidFill>
                  <a:srgbClr val="000000"/>
                </a:solidFill>
                <a:latin typeface="Consolas" panose="020B0609020204030204" pitchFamily="49" charset="0"/>
              </a:rPr>
              <a:t> </a:t>
            </a:r>
            <a:r>
              <a:rPr lang="en-US" sz="2400" dirty="0">
                <a:solidFill>
                  <a:srgbClr val="7F0055"/>
                </a:solidFill>
                <a:latin typeface="Consolas" panose="020B0609020204030204" pitchFamily="49" charset="0"/>
              </a:rPr>
              <a:t>class</a:t>
            </a:r>
            <a:r>
              <a:rPr lang="en-US" sz="2400" dirty="0">
                <a:solidFill>
                  <a:srgbClr val="000000"/>
                </a:solidFill>
                <a:latin typeface="Consolas" panose="020B0609020204030204" pitchFamily="49" charset="0"/>
              </a:rPr>
              <a:t> Train </a:t>
            </a:r>
            <a:r>
              <a:rPr lang="en-US" sz="2400" dirty="0">
                <a:solidFill>
                  <a:srgbClr val="7F0055"/>
                </a:solidFill>
                <a:latin typeface="Consolas" panose="020B0609020204030204" pitchFamily="49" charset="0"/>
              </a:rPr>
              <a:t>implements</a:t>
            </a:r>
            <a:r>
              <a:rPr lang="en-US" sz="2400" dirty="0">
                <a:solidFill>
                  <a:srgbClr val="000000"/>
                </a:solidFill>
                <a:latin typeface="Consolas" panose="020B0609020204030204" pitchFamily="49" charset="0"/>
              </a:rPr>
              <a:t> Comparable&lt;Train&gt;{</a:t>
            </a:r>
            <a:endParaRPr lang="he-IL" sz="2400" dirty="0">
              <a:latin typeface="Consolas" panose="020B0609020204030204" pitchFamily="49" charset="0"/>
            </a:endParaRPr>
          </a:p>
          <a:p>
            <a:pPr marL="0" indent="0" algn="l" rtl="0">
              <a:buNone/>
            </a:pPr>
            <a:r>
              <a:rPr lang="en-US" sz="2400" dirty="0">
                <a:solidFill>
                  <a:srgbClr val="7F0055"/>
                </a:solidFill>
                <a:latin typeface="Consolas" panose="020B0609020204030204" pitchFamily="49" charset="0"/>
              </a:rPr>
              <a:t>	public</a:t>
            </a:r>
            <a:r>
              <a:rPr lang="en-US" sz="2400" dirty="0">
                <a:solidFill>
                  <a:srgbClr val="000000"/>
                </a:solidFill>
                <a:latin typeface="Consolas" panose="020B0609020204030204" pitchFamily="49" charset="0"/>
              </a:rPr>
              <a:t> </a:t>
            </a:r>
            <a:r>
              <a:rPr lang="en-US" sz="2400" dirty="0">
                <a:solidFill>
                  <a:srgbClr val="7F0055"/>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compareTo</a:t>
            </a:r>
            <a:r>
              <a:rPr lang="en-US" sz="2400" dirty="0">
                <a:solidFill>
                  <a:srgbClr val="000000"/>
                </a:solidFill>
                <a:latin typeface="Consolas" panose="020B0609020204030204" pitchFamily="49" charset="0"/>
              </a:rPr>
              <a:t>(Train a) {…}</a:t>
            </a:r>
          </a:p>
          <a:p>
            <a:pPr marL="0" indent="0" algn="l" rtl="0">
              <a:buNone/>
            </a:pPr>
            <a:r>
              <a:rPr lang="en-US" sz="2400" dirty="0">
                <a:solidFill>
                  <a:srgbClr val="000000"/>
                </a:solidFill>
                <a:latin typeface="Consolas" panose="020B0609020204030204" pitchFamily="49" charset="0"/>
              </a:rPr>
              <a:t>}</a:t>
            </a:r>
            <a:endParaRPr lang="he-IL" sz="2400" dirty="0">
              <a:solidFill>
                <a:srgbClr val="000000"/>
              </a:solidFill>
              <a:latin typeface="Consolas" panose="020B0609020204030204" pitchFamily="49" charset="0"/>
            </a:endParaRPr>
          </a:p>
          <a:p>
            <a:pPr marL="0" indent="0" algn="l" rtl="0">
              <a:buNone/>
            </a:pPr>
            <a:endParaRPr lang="en-US" sz="2400" dirty="0"/>
          </a:p>
          <a:p>
            <a:pPr marL="0" indent="0" algn="l" rtl="0">
              <a:buNone/>
            </a:pPr>
            <a:endParaRPr lang="en-US" sz="2400" dirty="0"/>
          </a:p>
          <a:p>
            <a:pPr marL="0" indent="0" algn="l" rtl="0">
              <a:buNone/>
            </a:pPr>
            <a:r>
              <a:rPr lang="en-US" sz="2400" dirty="0" err="1">
                <a:solidFill>
                  <a:srgbClr val="000000"/>
                </a:solidFill>
                <a:latin typeface="Consolas" panose="020B0609020204030204" pitchFamily="49" charset="0"/>
              </a:rPr>
              <a:t>BTree</a:t>
            </a:r>
            <a:r>
              <a:rPr lang="en-US" sz="2400" dirty="0">
                <a:solidFill>
                  <a:srgbClr val="000000"/>
                </a:solidFill>
                <a:latin typeface="Consolas" panose="020B0609020204030204" pitchFamily="49" charset="0"/>
              </a:rPr>
              <a:t>&lt;Train&gt; </a:t>
            </a:r>
            <a:r>
              <a:rPr lang="en-US" sz="2400" dirty="0" err="1">
                <a:solidFill>
                  <a:srgbClr val="6A3E3E"/>
                </a:solidFill>
                <a:latin typeface="Consolas" panose="020B0609020204030204" pitchFamily="49" charset="0"/>
              </a:rPr>
              <a:t>trainsBTree</a:t>
            </a:r>
            <a:r>
              <a:rPr lang="en-US" sz="2400" dirty="0">
                <a:solidFill>
                  <a:srgbClr val="000000"/>
                </a:solidFill>
                <a:latin typeface="Consolas" panose="020B0609020204030204" pitchFamily="49" charset="0"/>
              </a:rPr>
              <a:t> = </a:t>
            </a:r>
            <a:r>
              <a:rPr lang="en-US" sz="2400" b="1" dirty="0">
                <a:solidFill>
                  <a:srgbClr val="7F0055"/>
                </a:solidFill>
                <a:latin typeface="Consolas" panose="020B0609020204030204" pitchFamily="49" charset="0"/>
              </a:rPr>
              <a:t>new</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BTree</a:t>
            </a:r>
            <a:r>
              <a:rPr lang="en-US" sz="2400" b="1" dirty="0">
                <a:solidFill>
                  <a:srgbClr val="000000"/>
                </a:solidFill>
                <a:latin typeface="Consolas" panose="020B0609020204030204" pitchFamily="49" charset="0"/>
              </a:rPr>
              <a:t>&lt;Train&gt;();</a:t>
            </a:r>
            <a:endParaRPr lang="he-IL" sz="2400" dirty="0"/>
          </a:p>
          <a:p>
            <a:pPr marL="0" indent="0">
              <a:buNone/>
            </a:pPr>
            <a:endParaRPr lang="en-US" sz="2400" dirty="0">
              <a:solidFill>
                <a:srgbClr val="7F0055"/>
              </a:solidFill>
              <a:latin typeface="Consolas" panose="020B0609020204030204" pitchFamily="49" charset="0"/>
            </a:endParaRPr>
          </a:p>
          <a:p>
            <a:pPr marL="0" indent="0">
              <a:buNone/>
            </a:pPr>
            <a:endParaRPr lang="en-US" sz="2400" dirty="0">
              <a:solidFill>
                <a:srgbClr val="7F0055"/>
              </a:solidFill>
              <a:latin typeface="Consolas" panose="020B0609020204030204" pitchFamily="49" charset="0"/>
            </a:endParaRPr>
          </a:p>
          <a:p>
            <a:pPr marL="0" indent="0">
              <a:buNone/>
            </a:pPr>
            <a:endParaRPr lang="en-US" sz="2400" dirty="0"/>
          </a:p>
          <a:p>
            <a:pPr marL="0" indent="0">
              <a:buNone/>
            </a:pPr>
            <a:endParaRPr lang="en-US" sz="2400" dirty="0"/>
          </a:p>
        </p:txBody>
      </p:sp>
      <p:sp>
        <p:nvSpPr>
          <p:cNvPr id="7" name="Date Placeholder 6">
            <a:extLst>
              <a:ext uri="{FF2B5EF4-FFF2-40B4-BE49-F238E27FC236}">
                <a16:creationId xmlns:a16="http://schemas.microsoft.com/office/drawing/2014/main" id="{8C812EC5-7770-41F3-B1F3-B7E42B6246EA}"/>
              </a:ext>
            </a:extLst>
          </p:cNvPr>
          <p:cNvSpPr>
            <a:spLocks noGrp="1"/>
          </p:cNvSpPr>
          <p:nvPr>
            <p:ph type="dt" sz="half" idx="10"/>
          </p:nvPr>
        </p:nvSpPr>
        <p:spPr/>
        <p:txBody>
          <a:bodyPr/>
          <a:lstStyle/>
          <a:p>
            <a:fld id="{24EC8DA8-C9A5-4B67-BE6B-A403557971AA}" type="datetime8">
              <a:rPr lang="he-IL" smtClean="0"/>
              <a:t>19 אפריל 26</a:t>
            </a:fld>
            <a:endParaRPr lang="en-US" dirty="0"/>
          </a:p>
        </p:txBody>
      </p:sp>
      <p:sp>
        <p:nvSpPr>
          <p:cNvPr id="8" name="Footer Placeholder 7">
            <a:extLst>
              <a:ext uri="{FF2B5EF4-FFF2-40B4-BE49-F238E27FC236}">
                <a16:creationId xmlns:a16="http://schemas.microsoft.com/office/drawing/2014/main" id="{02B8DEF4-BCAF-4EF6-B195-DBDC6538F093}"/>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B09DE5AD-0290-499F-8DEF-C5A5F087CC16}"/>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24</a:t>
            </a:fld>
            <a:endParaRPr kumimoji="0" lang="en-US" dirty="0"/>
          </a:p>
        </p:txBody>
      </p:sp>
    </p:spTree>
    <p:extLst>
      <p:ext uri="{BB962C8B-B14F-4D97-AF65-F5344CB8AC3E}">
        <p14:creationId xmlns:p14="http://schemas.microsoft.com/office/powerpoint/2010/main" val="734089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53970-A9F2-4DBF-B9B1-1C159BC3DA31}"/>
              </a:ext>
            </a:extLst>
          </p:cNvPr>
          <p:cNvSpPr>
            <a:spLocks noGrp="1"/>
          </p:cNvSpPr>
          <p:nvPr>
            <p:ph type="title"/>
          </p:nvPr>
        </p:nvSpPr>
        <p:spPr>
          <a:xfrm>
            <a:off x="628650" y="558799"/>
            <a:ext cx="7886700" cy="565945"/>
          </a:xfrm>
        </p:spPr>
        <p:txBody>
          <a:bodyPr>
            <a:normAutofit fontScale="90000"/>
          </a:bodyPr>
          <a:lstStyle/>
          <a:p>
            <a:pPr algn="r" rtl="1"/>
            <a:r>
              <a:rPr lang="he-IL">
                <a:latin typeface="Arial"/>
                <a:cs typeface="Arial"/>
              </a:rPr>
              <a:t>שימוש בהגבלות מרובות</a:t>
            </a:r>
            <a:endParaRPr lang="he-IL" dirty="0"/>
          </a:p>
        </p:txBody>
      </p:sp>
      <p:sp>
        <p:nvSpPr>
          <p:cNvPr id="6" name="Content Placeholder 5">
            <a:extLst>
              <a:ext uri="{FF2B5EF4-FFF2-40B4-BE49-F238E27FC236}">
                <a16:creationId xmlns:a16="http://schemas.microsoft.com/office/drawing/2014/main" id="{55CECA5A-5926-4446-A17D-EF925E918830}"/>
              </a:ext>
            </a:extLst>
          </p:cNvPr>
          <p:cNvSpPr>
            <a:spLocks noGrp="1"/>
          </p:cNvSpPr>
          <p:nvPr>
            <p:ph idx="1"/>
          </p:nvPr>
        </p:nvSpPr>
        <p:spPr>
          <a:xfrm>
            <a:off x="628649" y="1825625"/>
            <a:ext cx="8259711" cy="4351338"/>
          </a:xfrm>
        </p:spPr>
        <p:txBody>
          <a:bodyPr>
            <a:normAutofit/>
          </a:bodyPr>
          <a:lstStyle/>
          <a:p>
            <a:pPr marL="0" lvl="0" indent="0">
              <a:buClr>
                <a:srgbClr val="4F81BD"/>
              </a:buClr>
              <a:buNone/>
            </a:pPr>
            <a:r>
              <a:rPr lang="en-US" sz="2400" dirty="0">
                <a:solidFill>
                  <a:srgbClr val="7F0055"/>
                </a:solidFill>
                <a:latin typeface="Consolas" panose="020B0609020204030204" pitchFamily="49" charset="0"/>
              </a:rPr>
              <a:t>public</a:t>
            </a:r>
            <a:r>
              <a:rPr lang="en-US" sz="2400" dirty="0">
                <a:solidFill>
                  <a:srgbClr val="000000"/>
                </a:solidFill>
                <a:latin typeface="Consolas" panose="020B0609020204030204" pitchFamily="49" charset="0"/>
              </a:rPr>
              <a:t> </a:t>
            </a:r>
            <a:r>
              <a:rPr lang="en-US" sz="2400" dirty="0">
                <a:solidFill>
                  <a:srgbClr val="7F0055"/>
                </a:solidFill>
                <a:latin typeface="Consolas" panose="020B0609020204030204" pitchFamily="49" charset="0"/>
              </a:rPr>
              <a:t>class</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BTree</a:t>
            </a:r>
            <a:r>
              <a:rPr lang="en-US" sz="2400" dirty="0">
                <a:solidFill>
                  <a:srgbClr val="000000"/>
                </a:solidFill>
                <a:latin typeface="Consolas" panose="020B0609020204030204" pitchFamily="49" charset="0"/>
              </a:rPr>
              <a:t> </a:t>
            </a:r>
          </a:p>
          <a:p>
            <a:pPr marL="0" lvl="0" indent="0">
              <a:buClr>
                <a:srgbClr val="4F81BD"/>
              </a:buClr>
              <a:buNone/>
            </a:pPr>
            <a:r>
              <a:rPr lang="en-US" sz="2400" dirty="0">
                <a:solidFill>
                  <a:srgbClr val="000000"/>
                </a:solidFill>
                <a:latin typeface="Consolas" panose="020B0609020204030204" pitchFamily="49" charset="0"/>
              </a:rPr>
              <a:t>	&lt;T </a:t>
            </a:r>
            <a:r>
              <a:rPr lang="en-US" sz="2400" dirty="0">
                <a:solidFill>
                  <a:srgbClr val="7F0055"/>
                </a:solidFill>
                <a:latin typeface="Consolas" panose="020B0609020204030204" pitchFamily="49" charset="0"/>
              </a:rPr>
              <a:t>extends</a:t>
            </a:r>
            <a:r>
              <a:rPr lang="en-US" sz="2400" dirty="0">
                <a:solidFill>
                  <a:srgbClr val="000000"/>
                </a:solidFill>
                <a:latin typeface="Consolas" panose="020B0609020204030204" pitchFamily="49" charset="0"/>
              </a:rPr>
              <a:t> Comparable&lt;T&gt; &amp; Serializable&gt;{</a:t>
            </a:r>
          </a:p>
          <a:p>
            <a:pPr marL="0" lvl="0" indent="0">
              <a:spcAft>
                <a:spcPts val="600"/>
              </a:spcAft>
              <a:buClr>
                <a:srgbClr val="4F81BD"/>
              </a:buClr>
              <a:buNone/>
            </a:pPr>
            <a:r>
              <a:rPr lang="en-US" sz="2400" dirty="0">
                <a:solidFill>
                  <a:srgbClr val="000000"/>
                </a:solidFill>
                <a:latin typeface="Consolas" panose="020B0609020204030204" pitchFamily="49" charset="0"/>
              </a:rPr>
              <a:t>}</a:t>
            </a:r>
          </a:p>
          <a:p>
            <a:pPr marL="0" lvl="0" indent="0" algn="r" rtl="1">
              <a:spcAft>
                <a:spcPts val="600"/>
              </a:spcAft>
              <a:buClr>
                <a:srgbClr val="4F81BD"/>
              </a:buClr>
              <a:buNone/>
            </a:pPr>
            <a:r>
              <a:rPr lang="he-IL" dirty="0">
                <a:latin typeface="Arial"/>
                <a:cs typeface="Arial"/>
              </a:rPr>
              <a:t>אם אחד הטיפוסים המורחבים על ידי T הוא מחלקה, יש לשים אותו בראש רשימת ההגבלות. לדוגמא, בהנחה ש </a:t>
            </a:r>
            <a:r>
              <a:rPr lang="en-US" dirty="0">
                <a:latin typeface="Arial"/>
                <a:cs typeface="Arial"/>
              </a:rPr>
              <a:t>A</a:t>
            </a:r>
            <a:r>
              <a:rPr lang="he-IL" dirty="0">
                <a:latin typeface="Arial"/>
                <a:cs typeface="Arial"/>
              </a:rPr>
              <a:t> היא מחלקה ו </a:t>
            </a:r>
            <a:r>
              <a:rPr lang="en-US" dirty="0">
                <a:latin typeface="Arial"/>
                <a:cs typeface="Arial"/>
              </a:rPr>
              <a:t>B</a:t>
            </a:r>
            <a:r>
              <a:rPr lang="he-IL" dirty="0">
                <a:latin typeface="Arial"/>
                <a:cs typeface="Arial"/>
              </a:rPr>
              <a:t>, </a:t>
            </a:r>
            <a:r>
              <a:rPr lang="en-US" dirty="0">
                <a:latin typeface="Arial"/>
                <a:cs typeface="Arial"/>
              </a:rPr>
              <a:t>C</a:t>
            </a:r>
            <a:r>
              <a:rPr lang="he-IL" dirty="0">
                <a:latin typeface="Arial"/>
                <a:cs typeface="Arial"/>
              </a:rPr>
              <a:t> הם ממשקים, נוכל להגדיר מחלקה גנרית כך:</a:t>
            </a:r>
            <a:endParaRPr lang="en-US" dirty="0">
              <a:latin typeface="Arial"/>
              <a:cs typeface="Arial"/>
            </a:endParaRPr>
          </a:p>
          <a:p>
            <a:pPr marL="0" lvl="0" indent="0">
              <a:buClr>
                <a:srgbClr val="4F81BD"/>
              </a:buClr>
              <a:buNone/>
            </a:pPr>
            <a:r>
              <a:rPr lang="en-US" sz="2400" dirty="0">
                <a:solidFill>
                  <a:srgbClr val="000000"/>
                </a:solidFill>
                <a:latin typeface="Arial"/>
              </a:rPr>
              <a:t>class D &lt;T extends A &amp; B &amp; C&gt; { /* ... */ }</a:t>
            </a:r>
            <a:endParaRPr lang="he-IL" sz="2400" dirty="0">
              <a:solidFill>
                <a:srgbClr val="000000"/>
              </a:solidFill>
              <a:latin typeface="Arial"/>
            </a:endParaRPr>
          </a:p>
        </p:txBody>
      </p:sp>
      <p:sp>
        <p:nvSpPr>
          <p:cNvPr id="7" name="Date Placeholder 6">
            <a:extLst>
              <a:ext uri="{FF2B5EF4-FFF2-40B4-BE49-F238E27FC236}">
                <a16:creationId xmlns:a16="http://schemas.microsoft.com/office/drawing/2014/main" id="{25EA556D-430A-4052-9881-6FA806BBC987}"/>
              </a:ext>
            </a:extLst>
          </p:cNvPr>
          <p:cNvSpPr>
            <a:spLocks noGrp="1"/>
          </p:cNvSpPr>
          <p:nvPr>
            <p:ph type="dt" sz="half" idx="10"/>
          </p:nvPr>
        </p:nvSpPr>
        <p:spPr/>
        <p:txBody>
          <a:bodyPr/>
          <a:lstStyle/>
          <a:p>
            <a:fld id="{12AD10FF-7318-42EC-BB18-DD68C02E793B}" type="datetime8">
              <a:rPr lang="he-IL" smtClean="0"/>
              <a:t>19 אפריל 26</a:t>
            </a:fld>
            <a:endParaRPr lang="en-US" dirty="0"/>
          </a:p>
        </p:txBody>
      </p:sp>
      <p:sp>
        <p:nvSpPr>
          <p:cNvPr id="8" name="Footer Placeholder 7">
            <a:extLst>
              <a:ext uri="{FF2B5EF4-FFF2-40B4-BE49-F238E27FC236}">
                <a16:creationId xmlns:a16="http://schemas.microsoft.com/office/drawing/2014/main" id="{82AB1D4C-F3C6-4962-8883-0AD2419E55B8}"/>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BF001BD1-83DB-45DA-BDC7-BFA101D5B96A}"/>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25</a:t>
            </a:fld>
            <a:endParaRPr kumimoji="0" lang="en-US" dirty="0"/>
          </a:p>
        </p:txBody>
      </p:sp>
      <p:sp>
        <p:nvSpPr>
          <p:cNvPr id="3" name="תיבת טקסט 4">
            <a:extLst>
              <a:ext uri="{FF2B5EF4-FFF2-40B4-BE49-F238E27FC236}">
                <a16:creationId xmlns:a16="http://schemas.microsoft.com/office/drawing/2014/main" id="{27576A6C-F549-B586-8568-0EDF52BFA321}"/>
              </a:ext>
            </a:extLst>
          </p:cNvPr>
          <p:cNvSpPr txBox="1"/>
          <p:nvPr/>
        </p:nvSpPr>
        <p:spPr>
          <a:xfrm>
            <a:off x="3239852" y="5814468"/>
            <a:ext cx="2664296" cy="369332"/>
          </a:xfrm>
          <a:prstGeom prst="rect">
            <a:avLst/>
          </a:prstGeom>
          <a:noFill/>
        </p:spPr>
        <p:txBody>
          <a:bodyPr wrap="square" rtlCol="1">
            <a:spAutoFit/>
          </a:bodyPr>
          <a:lstStyle/>
          <a:p>
            <a:r>
              <a:rPr lang="en-US" dirty="0"/>
              <a:t>The class is first</a:t>
            </a:r>
            <a:endParaRPr lang="he-IL" dirty="0"/>
          </a:p>
        </p:txBody>
      </p:sp>
      <p:cxnSp>
        <p:nvCxnSpPr>
          <p:cNvPr id="4" name="מחבר חץ ישר 10">
            <a:extLst>
              <a:ext uri="{FF2B5EF4-FFF2-40B4-BE49-F238E27FC236}">
                <a16:creationId xmlns:a16="http://schemas.microsoft.com/office/drawing/2014/main" id="{29608170-2A65-ADD5-2A16-F220B8913B0B}"/>
              </a:ext>
            </a:extLst>
          </p:cNvPr>
          <p:cNvCxnSpPr>
            <a:cxnSpLocks/>
          </p:cNvCxnSpPr>
          <p:nvPr/>
        </p:nvCxnSpPr>
        <p:spPr>
          <a:xfrm flipH="1" flipV="1">
            <a:off x="3512505" y="5301208"/>
            <a:ext cx="216024" cy="576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833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E337-71F5-4164-A123-DB75200A8675}"/>
              </a:ext>
            </a:extLst>
          </p:cNvPr>
          <p:cNvSpPr>
            <a:spLocks noGrp="1"/>
          </p:cNvSpPr>
          <p:nvPr>
            <p:ph type="title"/>
          </p:nvPr>
        </p:nvSpPr>
        <p:spPr/>
        <p:txBody>
          <a:bodyPr/>
          <a:lstStyle/>
          <a:p>
            <a:pPr algn="r" rtl="1"/>
            <a:r>
              <a:rPr lang="he-IL" dirty="0"/>
              <a:t>השמה והוספה לאוסף גנרי</a:t>
            </a:r>
            <a:endParaRPr lang="LID4096" dirty="0"/>
          </a:p>
        </p:txBody>
      </p:sp>
      <p:sp>
        <p:nvSpPr>
          <p:cNvPr id="3" name="Date Placeholder 2">
            <a:extLst>
              <a:ext uri="{FF2B5EF4-FFF2-40B4-BE49-F238E27FC236}">
                <a16:creationId xmlns:a16="http://schemas.microsoft.com/office/drawing/2014/main" id="{BB4F3DAC-323F-4BB9-B096-176FE167A8F6}"/>
              </a:ext>
            </a:extLst>
          </p:cNvPr>
          <p:cNvSpPr>
            <a:spLocks noGrp="1"/>
          </p:cNvSpPr>
          <p:nvPr>
            <p:ph type="dt" sz="half" idx="10"/>
          </p:nvPr>
        </p:nvSpPr>
        <p:spPr/>
        <p:txBody>
          <a:bodyPr/>
          <a:lstStyle/>
          <a:p>
            <a:fld id="{E52F2A8D-F84F-4DB7-9D64-87062BC457E6}" type="datetime8">
              <a:rPr lang="he-IL" smtClean="0"/>
              <a:t>19 אפריל 26</a:t>
            </a:fld>
            <a:endParaRPr lang="en-US" dirty="0"/>
          </a:p>
        </p:txBody>
      </p:sp>
      <p:sp>
        <p:nvSpPr>
          <p:cNvPr id="4" name="Footer Placeholder 3">
            <a:extLst>
              <a:ext uri="{FF2B5EF4-FFF2-40B4-BE49-F238E27FC236}">
                <a16:creationId xmlns:a16="http://schemas.microsoft.com/office/drawing/2014/main" id="{5AA85F97-6E77-41FA-B027-80B0CCBB3DBF}"/>
              </a:ext>
            </a:extLst>
          </p:cNvPr>
          <p:cNvSpPr>
            <a:spLocks noGrp="1"/>
          </p:cNvSpPr>
          <p:nvPr>
            <p:ph type="ftr" sz="quarter" idx="11"/>
          </p:nvPr>
        </p:nvSpPr>
        <p:spPr/>
        <p:txBody>
          <a:bodyPr/>
          <a:lstStyle/>
          <a:p>
            <a:r>
              <a:rPr lang="he-IL"/>
              <a:t>עיצוב ותכנות מונחה עצמים מתקדם</a:t>
            </a:r>
            <a:endParaRPr lang="en-US"/>
          </a:p>
        </p:txBody>
      </p:sp>
      <p:sp>
        <p:nvSpPr>
          <p:cNvPr id="5" name="Slide Number Placeholder 4">
            <a:extLst>
              <a:ext uri="{FF2B5EF4-FFF2-40B4-BE49-F238E27FC236}">
                <a16:creationId xmlns:a16="http://schemas.microsoft.com/office/drawing/2014/main" id="{E62CC1F2-7558-49AB-9F8F-5C178F035907}"/>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26</a:t>
            </a:fld>
            <a:endParaRPr kumimoji="0" lang="en-US" dirty="0"/>
          </a:p>
        </p:txBody>
      </p:sp>
      <p:sp>
        <p:nvSpPr>
          <p:cNvPr id="6" name="Content Placeholder 5">
            <a:extLst>
              <a:ext uri="{FF2B5EF4-FFF2-40B4-BE49-F238E27FC236}">
                <a16:creationId xmlns:a16="http://schemas.microsoft.com/office/drawing/2014/main" id="{29E6DBDF-3CE1-4988-9033-7A307B40D52A}"/>
              </a:ext>
            </a:extLst>
          </p:cNvPr>
          <p:cNvSpPr>
            <a:spLocks noGrp="1"/>
          </p:cNvSpPr>
          <p:nvPr>
            <p:ph sz="quarter" idx="1"/>
          </p:nvPr>
        </p:nvSpPr>
        <p:spPr>
          <a:xfrm>
            <a:off x="219075" y="1219200"/>
            <a:ext cx="6479481" cy="4937760"/>
          </a:xfrm>
        </p:spPr>
        <p:txBody>
          <a:bodyPr>
            <a:normAutofit/>
          </a:bodyPr>
          <a:lstStyle/>
          <a:p>
            <a:pPr marL="0" indent="0">
              <a:buNone/>
            </a:pPr>
            <a:r>
              <a:rPr lang="en-US" sz="2000" dirty="0">
                <a:solidFill>
                  <a:srgbClr val="000000"/>
                </a:solidFill>
                <a:latin typeface="Consolas" panose="020B0609020204030204" pitchFamily="49" charset="0"/>
              </a:rPr>
              <a:t>List&lt;Mammal&gt; </a:t>
            </a:r>
            <a:r>
              <a:rPr lang="en-US" sz="2000" dirty="0">
                <a:solidFill>
                  <a:srgbClr val="6A3E3E"/>
                </a:solidFill>
                <a:latin typeface="Consolas" panose="020B0609020204030204" pitchFamily="49" charset="0"/>
              </a:rPr>
              <a:t>mammals</a:t>
            </a:r>
            <a:r>
              <a:rPr lang="en-US" sz="2000" dirty="0">
                <a:solidFill>
                  <a:schemeClr val="tx1"/>
                </a:solidFill>
                <a:latin typeface="Consolas" panose="020B0609020204030204" pitchFamily="49" charset="0"/>
              </a:rPr>
              <a:t>;</a:t>
            </a:r>
          </a:p>
          <a:p>
            <a:pPr marL="0" indent="0" algn="r" rtl="1">
              <a:spcAft>
                <a:spcPts val="600"/>
              </a:spcAft>
              <a:buNone/>
            </a:pPr>
            <a:r>
              <a:rPr lang="he-IL" sz="2000" dirty="0">
                <a:solidFill>
                  <a:schemeClr val="tx1"/>
                </a:solidFill>
              </a:rPr>
              <a:t>אילו טיפוסים </a:t>
            </a:r>
            <a:r>
              <a:rPr lang="he-IL" sz="2000" dirty="0">
                <a:solidFill>
                  <a:srgbClr val="FF0000"/>
                </a:solidFill>
              </a:rPr>
              <a:t>ניתן להוסיף לתוך </a:t>
            </a:r>
            <a:r>
              <a:rPr lang="he-IL" sz="2000" dirty="0">
                <a:solidFill>
                  <a:schemeClr val="tx1"/>
                </a:solidFill>
              </a:rPr>
              <a:t>האוסף </a:t>
            </a:r>
            <a:r>
              <a:rPr lang="en-US" sz="2000" dirty="0">
                <a:solidFill>
                  <a:schemeClr val="tx1"/>
                </a:solidFill>
              </a:rPr>
              <a:t>mammals</a:t>
            </a:r>
            <a:r>
              <a:rPr lang="he-IL" sz="2000" dirty="0">
                <a:solidFill>
                  <a:schemeClr val="tx1"/>
                </a:solidFill>
              </a:rPr>
              <a:t>?</a:t>
            </a:r>
            <a:endParaRPr lang="en-US" sz="2000" dirty="0">
              <a:solidFill>
                <a:schemeClr val="tx1"/>
              </a:solidFill>
            </a:endParaRPr>
          </a:p>
          <a:p>
            <a:pPr marL="0" indent="0" algn="r" rtl="1">
              <a:spcAft>
                <a:spcPts val="600"/>
              </a:spcAft>
              <a:buNone/>
            </a:pPr>
            <a:r>
              <a:rPr lang="he-IL" sz="2000" dirty="0">
                <a:solidFill>
                  <a:schemeClr val="tx1"/>
                </a:solidFill>
              </a:rPr>
              <a:t>אילו טיפוסים </a:t>
            </a:r>
            <a:r>
              <a:rPr lang="he-IL" sz="2000" dirty="0">
                <a:solidFill>
                  <a:srgbClr val="FF0000"/>
                </a:solidFill>
              </a:rPr>
              <a:t>ניתן להפיק מתוך </a:t>
            </a:r>
            <a:r>
              <a:rPr lang="he-IL" sz="2000" dirty="0">
                <a:solidFill>
                  <a:schemeClr val="tx1"/>
                </a:solidFill>
              </a:rPr>
              <a:t>האוסף </a:t>
            </a:r>
            <a:r>
              <a:rPr lang="en-US" sz="2000" dirty="0">
                <a:solidFill>
                  <a:schemeClr val="tx1"/>
                </a:solidFill>
              </a:rPr>
              <a:t>mammals</a:t>
            </a:r>
            <a:r>
              <a:rPr lang="he-IL" sz="2000" dirty="0">
                <a:solidFill>
                  <a:schemeClr val="tx1"/>
                </a:solidFill>
              </a:rPr>
              <a:t>?</a:t>
            </a:r>
          </a:p>
          <a:p>
            <a:pPr marL="0" indent="0" algn="r" rtl="1">
              <a:spcAft>
                <a:spcPts val="600"/>
              </a:spcAft>
              <a:buNone/>
            </a:pPr>
            <a:r>
              <a:rPr lang="he-IL" sz="2000" dirty="0">
                <a:solidFill>
                  <a:schemeClr val="tx1"/>
                </a:solidFill>
              </a:rPr>
              <a:t>איזה אובייקט </a:t>
            </a:r>
            <a:r>
              <a:rPr lang="he-IL" sz="2000" dirty="0">
                <a:solidFill>
                  <a:srgbClr val="FF0000"/>
                </a:solidFill>
              </a:rPr>
              <a:t>ניתן להציב למשתנה</a:t>
            </a:r>
            <a:r>
              <a:rPr lang="he-IL" sz="2000" dirty="0">
                <a:solidFill>
                  <a:schemeClr val="tx1"/>
                </a:solidFill>
              </a:rPr>
              <a:t> </a:t>
            </a:r>
            <a:r>
              <a:rPr lang="en-US" sz="2000" dirty="0">
                <a:solidFill>
                  <a:schemeClr val="tx1"/>
                </a:solidFill>
              </a:rPr>
              <a:t>mammals</a:t>
            </a:r>
            <a:r>
              <a:rPr lang="he-IL" sz="2000" dirty="0">
                <a:solidFill>
                  <a:schemeClr val="tx1"/>
                </a:solidFill>
              </a:rPr>
              <a:t>?</a:t>
            </a:r>
          </a:p>
          <a:p>
            <a:pPr marL="0" indent="0" algn="r" rtl="1">
              <a:spcAft>
                <a:spcPts val="600"/>
              </a:spcAft>
              <a:buNone/>
            </a:pPr>
            <a:endParaRPr lang="he-IL" sz="2000" dirty="0">
              <a:solidFill>
                <a:schemeClr val="tx1"/>
              </a:solidFill>
            </a:endParaRPr>
          </a:p>
          <a:p>
            <a:pPr marL="0" indent="0" algn="r" rtl="1">
              <a:spcAft>
                <a:spcPts val="600"/>
              </a:spcAft>
              <a:buNone/>
            </a:pPr>
            <a:r>
              <a:rPr lang="he-IL" sz="2000" dirty="0">
                <a:solidFill>
                  <a:schemeClr val="tx1"/>
                </a:solidFill>
              </a:rPr>
              <a:t>האם קטע הקוד הבא חוקי?</a:t>
            </a:r>
          </a:p>
          <a:p>
            <a:pPr marL="0" indent="0">
              <a:lnSpc>
                <a:spcPct val="120000"/>
              </a:lnSpc>
              <a:spcAft>
                <a:spcPts val="600"/>
              </a:spcAft>
              <a:buNone/>
            </a:pPr>
            <a:r>
              <a:rPr lang="en-US" sz="2000" dirty="0">
                <a:solidFill>
                  <a:srgbClr val="000000"/>
                </a:solidFill>
                <a:latin typeface="Consolas" panose="020B0609020204030204" pitchFamily="49" charset="0"/>
              </a:rPr>
              <a:t>List&lt;Cow&gt; </a:t>
            </a:r>
            <a:r>
              <a:rPr lang="en-US" sz="2000" dirty="0">
                <a:solidFill>
                  <a:srgbClr val="6A3E3E"/>
                </a:solidFill>
                <a:latin typeface="Consolas" panose="020B0609020204030204" pitchFamily="49" charset="0"/>
              </a:rPr>
              <a:t>cows</a:t>
            </a:r>
            <a:r>
              <a:rPr lang="en-US" sz="2000" dirty="0">
                <a:solidFill>
                  <a:srgbClr val="000000"/>
                </a:solidFill>
                <a:latin typeface="Consolas" panose="020B0609020204030204" pitchFamily="49" charset="0"/>
              </a:rPr>
              <a:t> = </a:t>
            </a:r>
            <a:r>
              <a:rPr lang="en-US" sz="2000" dirty="0" err="1">
                <a:solidFill>
                  <a:srgbClr val="000000"/>
                </a:solidFill>
                <a:latin typeface="Consolas" panose="020B0609020204030204" pitchFamily="49" charset="0"/>
              </a:rPr>
              <a:t>List.of</a:t>
            </a:r>
            <a:r>
              <a:rPr lang="en-US" sz="2000" dirty="0">
                <a:solidFill>
                  <a:srgbClr val="000000"/>
                </a:solidFill>
                <a:latin typeface="Consolas" panose="020B0609020204030204" pitchFamily="49" charset="0"/>
              </a:rPr>
              <a:t>(new Cow());</a:t>
            </a:r>
          </a:p>
          <a:p>
            <a:pPr marL="0" indent="0">
              <a:spcAft>
                <a:spcPts val="0"/>
              </a:spcAft>
              <a:buNone/>
            </a:pPr>
            <a:r>
              <a:rPr lang="en-US" sz="2000" dirty="0">
                <a:solidFill>
                  <a:srgbClr val="6A3E3E"/>
                </a:solidFill>
                <a:latin typeface="Consolas" panose="020B0609020204030204" pitchFamily="49" charset="0"/>
              </a:rPr>
              <a:t>mammals </a:t>
            </a:r>
            <a:r>
              <a:rPr lang="en-US" sz="2000" dirty="0">
                <a:solidFill>
                  <a:schemeClr val="tx1"/>
                </a:solidFill>
                <a:latin typeface="Consolas" panose="020B0609020204030204" pitchFamily="49" charset="0"/>
              </a:rPr>
              <a:t>=</a:t>
            </a:r>
            <a:r>
              <a:rPr lang="en-US" sz="2000" dirty="0">
                <a:solidFill>
                  <a:srgbClr val="6A3E3E"/>
                </a:solidFill>
                <a:latin typeface="Consolas" panose="020B0609020204030204" pitchFamily="49" charset="0"/>
              </a:rPr>
              <a:t> cows;</a:t>
            </a:r>
            <a:endParaRPr lang="en-US" sz="2000" b="1" dirty="0">
              <a:solidFill>
                <a:srgbClr val="000000"/>
              </a:solidFill>
              <a:latin typeface="Consolas" panose="020B0609020204030204" pitchFamily="49" charset="0"/>
            </a:endParaRPr>
          </a:p>
          <a:p>
            <a:pPr marL="0" marR="0" lvl="0" indent="0" algn="r" defTabSz="914400" rtl="1" eaLnBrk="1" fontAlgn="auto" latinLnBrk="0" hangingPunct="1">
              <a:lnSpc>
                <a:spcPct val="100000"/>
              </a:lnSpc>
              <a:spcBef>
                <a:spcPts val="0"/>
              </a:spcBef>
              <a:spcAft>
                <a:spcPts val="600"/>
              </a:spcAft>
              <a:buClr>
                <a:srgbClr val="4F81BD"/>
              </a:buClr>
              <a:buSzPct val="76000"/>
              <a:buFont typeface="Wingdings 3"/>
              <a:buNone/>
              <a:tabLst/>
              <a:defRPr/>
            </a:pPr>
            <a:endParaRPr kumimoji="0" lang="he-IL" sz="2000" b="0" i="0" u="none" strike="noStrike" kern="1200" cap="none" spc="0" normalizeH="0" baseline="0" noProof="0" dirty="0">
              <a:ln>
                <a:noFill/>
              </a:ln>
              <a:solidFill>
                <a:prstClr val="black"/>
              </a:solidFill>
              <a:effectLst/>
              <a:uLnTx/>
              <a:uFillTx/>
              <a:cs typeface="Arial" panose="020B0604020202020204" pitchFamily="34" charset="0"/>
            </a:endParaRPr>
          </a:p>
          <a:p>
            <a:pPr marL="0" marR="0" lvl="0" indent="0" algn="r" defTabSz="914400" rtl="1" eaLnBrk="1" fontAlgn="auto" latinLnBrk="0" hangingPunct="1">
              <a:lnSpc>
                <a:spcPct val="100000"/>
              </a:lnSpc>
              <a:spcBef>
                <a:spcPts val="0"/>
              </a:spcBef>
              <a:spcAft>
                <a:spcPts val="600"/>
              </a:spcAft>
              <a:buClr>
                <a:srgbClr val="4F81BD"/>
              </a:buClr>
              <a:buSzPct val="76000"/>
              <a:buFont typeface="Wingdings 3"/>
              <a:buNone/>
              <a:tabLst/>
              <a:defRPr/>
            </a:pPr>
            <a:r>
              <a:rPr kumimoji="0" lang="he-IL" sz="2000" b="0" i="0" u="none" strike="noStrike" kern="1200" cap="none" spc="0" normalizeH="0" baseline="0" noProof="0" dirty="0">
                <a:ln>
                  <a:noFill/>
                </a:ln>
                <a:solidFill>
                  <a:prstClr val="black"/>
                </a:solidFill>
                <a:effectLst/>
                <a:uLnTx/>
                <a:uFillTx/>
                <a:cs typeface="Arial" panose="020B0604020202020204" pitchFamily="34" charset="0"/>
              </a:rPr>
              <a:t>האם קטע הקוד הבא חוקי?</a:t>
            </a:r>
          </a:p>
          <a:p>
            <a:pPr marL="0" indent="0">
              <a:lnSpc>
                <a:spcPct val="120000"/>
              </a:lnSpc>
              <a:spcAft>
                <a:spcPts val="600"/>
              </a:spcAft>
              <a:buNone/>
            </a:pPr>
            <a:r>
              <a:rPr lang="en-US" sz="2000" dirty="0">
                <a:solidFill>
                  <a:srgbClr val="000000"/>
                </a:solidFill>
                <a:latin typeface="Consolas" panose="020B0609020204030204" pitchFamily="49" charset="0"/>
              </a:rPr>
              <a:t>List&lt;Animal&gt; </a:t>
            </a:r>
            <a:r>
              <a:rPr lang="en-US" sz="2000" dirty="0">
                <a:solidFill>
                  <a:srgbClr val="6A3E3E"/>
                </a:solidFill>
                <a:latin typeface="Consolas" panose="020B0609020204030204" pitchFamily="49" charset="0"/>
              </a:rPr>
              <a:t>animals</a:t>
            </a:r>
            <a:r>
              <a:rPr lang="en-US" sz="2000" dirty="0">
                <a:solidFill>
                  <a:srgbClr val="000000"/>
                </a:solidFill>
                <a:latin typeface="Consolas" panose="020B0609020204030204" pitchFamily="49" charset="0"/>
              </a:rPr>
              <a:t> = </a:t>
            </a:r>
            <a:r>
              <a:rPr lang="en-US" sz="2000" dirty="0" err="1">
                <a:solidFill>
                  <a:srgbClr val="000000"/>
                </a:solidFill>
                <a:latin typeface="Consolas" panose="020B0609020204030204" pitchFamily="49" charset="0"/>
              </a:rPr>
              <a:t>List.of</a:t>
            </a:r>
            <a:r>
              <a:rPr lang="en-US" sz="2000" dirty="0">
                <a:solidFill>
                  <a:srgbClr val="000000"/>
                </a:solidFill>
                <a:latin typeface="Consolas" panose="020B0609020204030204" pitchFamily="49" charset="0"/>
              </a:rPr>
              <a:t>(new Parrot());</a:t>
            </a:r>
          </a:p>
          <a:p>
            <a:pPr marL="0" marR="0" lvl="0" indent="0" algn="l" defTabSz="914400" rtl="0" eaLnBrk="1" fontAlgn="auto" latinLnBrk="0" hangingPunct="1">
              <a:lnSpc>
                <a:spcPct val="100000"/>
              </a:lnSpc>
              <a:spcBef>
                <a:spcPts val="0"/>
              </a:spcBef>
              <a:spcAft>
                <a:spcPts val="0"/>
              </a:spcAft>
              <a:buClr>
                <a:srgbClr val="4F81BD"/>
              </a:buClr>
              <a:buSzPct val="76000"/>
              <a:buFont typeface="Wingdings 3"/>
              <a:buNone/>
              <a:tabLst/>
              <a:defRPr/>
            </a:pPr>
            <a:r>
              <a:rPr kumimoji="0" lang="en-US" sz="2000" b="0" i="0" u="none" strike="noStrike" kern="1200" cap="none" spc="0" normalizeH="0" baseline="0" noProof="0" dirty="0">
                <a:ln>
                  <a:noFill/>
                </a:ln>
                <a:solidFill>
                  <a:srgbClr val="6A3E3E"/>
                </a:solidFill>
                <a:effectLst/>
                <a:uLnTx/>
                <a:uFillTx/>
                <a:latin typeface="Consolas" panose="020B0609020204030204" pitchFamily="49" charset="0"/>
              </a:rPr>
              <a:t>mammals </a:t>
            </a:r>
            <a:r>
              <a:rPr kumimoji="0" lang="en-US" sz="2000" b="0" i="0" u="none" strike="noStrike" kern="1200" cap="none" spc="0" normalizeH="0" baseline="0" noProof="0" dirty="0">
                <a:ln>
                  <a:noFill/>
                </a:ln>
                <a:solidFill>
                  <a:prstClr val="black"/>
                </a:solidFill>
                <a:effectLst/>
                <a:uLnTx/>
                <a:uFillTx/>
                <a:latin typeface="Consolas" panose="020B0609020204030204" pitchFamily="49" charset="0"/>
              </a:rPr>
              <a:t>=</a:t>
            </a:r>
            <a:r>
              <a:rPr kumimoji="0" lang="en-US" sz="2000" b="0" i="0" u="none" strike="noStrike" kern="1200" cap="none" spc="0" normalizeH="0" baseline="0" noProof="0" dirty="0">
                <a:ln>
                  <a:noFill/>
                </a:ln>
                <a:solidFill>
                  <a:srgbClr val="6A3E3E"/>
                </a:solidFill>
                <a:effectLst/>
                <a:uLnTx/>
                <a:uFillTx/>
                <a:latin typeface="Consolas" panose="020B0609020204030204" pitchFamily="49" charset="0"/>
              </a:rPr>
              <a:t> </a:t>
            </a:r>
            <a:r>
              <a:rPr lang="en-US" sz="2000" dirty="0">
                <a:solidFill>
                  <a:srgbClr val="6A3E3E"/>
                </a:solidFill>
                <a:latin typeface="Consolas" panose="020B0609020204030204" pitchFamily="49" charset="0"/>
              </a:rPr>
              <a:t>animals</a:t>
            </a:r>
            <a:r>
              <a:rPr kumimoji="0" lang="en-US" sz="2000" b="0" i="0" u="none" strike="noStrike" kern="1200" cap="none" spc="0" normalizeH="0" baseline="0" noProof="0" dirty="0">
                <a:ln>
                  <a:noFill/>
                </a:ln>
                <a:solidFill>
                  <a:srgbClr val="6A3E3E"/>
                </a:solidFill>
                <a:effectLst/>
                <a:uLnTx/>
                <a:uFillTx/>
                <a:latin typeface="Consolas" panose="020B0609020204030204" pitchFamily="49" charset="0"/>
              </a:rPr>
              <a:t>;</a:t>
            </a:r>
            <a:endParaRPr kumimoji="0" lang="en-US" sz="2000" b="1" i="0" u="none" strike="noStrike" kern="1200" cap="none" spc="0" normalizeH="0" baseline="0" noProof="0" dirty="0">
              <a:ln>
                <a:noFill/>
              </a:ln>
              <a:solidFill>
                <a:srgbClr val="000000"/>
              </a:solidFill>
              <a:effectLst/>
              <a:uLnTx/>
              <a:uFillTx/>
              <a:latin typeface="Consolas" panose="020B0609020204030204" pitchFamily="49" charset="0"/>
            </a:endParaRPr>
          </a:p>
          <a:p>
            <a:pPr marL="0" indent="0" algn="l">
              <a:buNone/>
            </a:pPr>
            <a:endParaRPr lang="he-IL" dirty="0">
              <a:solidFill>
                <a:schemeClr val="tx1"/>
              </a:solidFill>
            </a:endParaRPr>
          </a:p>
          <a:p>
            <a:pPr marL="0" indent="0" algn="l">
              <a:buNone/>
            </a:pPr>
            <a:endParaRPr lang="he-IL" dirty="0">
              <a:solidFill>
                <a:schemeClr val="tx1"/>
              </a:solidFill>
            </a:endParaRPr>
          </a:p>
          <a:p>
            <a:pPr marL="0" indent="0" algn="l">
              <a:buNone/>
            </a:pPr>
            <a:endParaRPr lang="en-US" dirty="0">
              <a:solidFill>
                <a:schemeClr val="tx1"/>
              </a:solidFill>
            </a:endParaRPr>
          </a:p>
          <a:p>
            <a:pPr marL="0" indent="0" algn="r" rtl="1">
              <a:buNone/>
            </a:pPr>
            <a:endParaRPr lang="en-US" dirty="0">
              <a:solidFill>
                <a:schemeClr val="tx1"/>
              </a:solidFill>
            </a:endParaRPr>
          </a:p>
          <a:p>
            <a:pPr marL="0" indent="0" algn="r" rtl="1">
              <a:buNone/>
            </a:pPr>
            <a:endParaRPr lang="LID4096" dirty="0">
              <a:solidFill>
                <a:schemeClr val="tx1"/>
              </a:solidFill>
            </a:endParaRPr>
          </a:p>
        </p:txBody>
      </p:sp>
      <p:grpSp>
        <p:nvGrpSpPr>
          <p:cNvPr id="7" name="Group 4">
            <a:extLst>
              <a:ext uri="{FF2B5EF4-FFF2-40B4-BE49-F238E27FC236}">
                <a16:creationId xmlns:a16="http://schemas.microsoft.com/office/drawing/2014/main" id="{5AD51721-1F00-4616-A303-DB90A01015DE}"/>
              </a:ext>
            </a:extLst>
          </p:cNvPr>
          <p:cNvGrpSpPr>
            <a:grpSpLocks noChangeAspect="1"/>
          </p:cNvGrpSpPr>
          <p:nvPr/>
        </p:nvGrpSpPr>
        <p:grpSpPr bwMode="auto">
          <a:xfrm>
            <a:off x="6660455" y="1988840"/>
            <a:ext cx="2232025" cy="3973512"/>
            <a:chOff x="3696" y="1419"/>
            <a:chExt cx="1406" cy="2503"/>
          </a:xfrm>
        </p:grpSpPr>
        <p:sp>
          <p:nvSpPr>
            <p:cNvPr id="8" name="AutoShape 3">
              <a:extLst>
                <a:ext uri="{FF2B5EF4-FFF2-40B4-BE49-F238E27FC236}">
                  <a16:creationId xmlns:a16="http://schemas.microsoft.com/office/drawing/2014/main" id="{B1C8512E-BF4A-4556-8D75-D455A2798BDD}"/>
                </a:ext>
              </a:extLst>
            </p:cNvPr>
            <p:cNvSpPr>
              <a:spLocks noChangeAspect="1" noChangeArrowheads="1" noTextEdit="1"/>
            </p:cNvSpPr>
            <p:nvPr/>
          </p:nvSpPr>
          <p:spPr bwMode="auto">
            <a:xfrm>
              <a:off x="3696" y="1419"/>
              <a:ext cx="1398" cy="2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 name="Rectangle 5">
              <a:extLst>
                <a:ext uri="{FF2B5EF4-FFF2-40B4-BE49-F238E27FC236}">
                  <a16:creationId xmlns:a16="http://schemas.microsoft.com/office/drawing/2014/main" id="{B4DAC7F1-73AF-416D-8D12-693E1965F56F}"/>
                </a:ext>
              </a:extLst>
            </p:cNvPr>
            <p:cNvSpPr>
              <a:spLocks noChangeArrowheads="1"/>
            </p:cNvSpPr>
            <p:nvPr/>
          </p:nvSpPr>
          <p:spPr bwMode="auto">
            <a:xfrm>
              <a:off x="3696" y="1419"/>
              <a:ext cx="1406" cy="2503"/>
            </a:xfrm>
            <a:prstGeom prst="rect">
              <a:avLst/>
            </a:prstGeom>
            <a:noFill/>
            <a:ln w="11113">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 name="Rectangle 6">
              <a:extLst>
                <a:ext uri="{FF2B5EF4-FFF2-40B4-BE49-F238E27FC236}">
                  <a16:creationId xmlns:a16="http://schemas.microsoft.com/office/drawing/2014/main" id="{6554EDB8-9785-4572-899E-17A1A1D11833}"/>
                </a:ext>
              </a:extLst>
            </p:cNvPr>
            <p:cNvSpPr>
              <a:spLocks noChangeArrowheads="1"/>
            </p:cNvSpPr>
            <p:nvPr/>
          </p:nvSpPr>
          <p:spPr bwMode="auto">
            <a:xfrm>
              <a:off x="3783" y="1506"/>
              <a:ext cx="1231" cy="563"/>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11" name="Rectangle 7">
              <a:extLst>
                <a:ext uri="{FF2B5EF4-FFF2-40B4-BE49-F238E27FC236}">
                  <a16:creationId xmlns:a16="http://schemas.microsoft.com/office/drawing/2014/main" id="{37B46858-0A28-46F5-876E-B1B7B183B5F5}"/>
                </a:ext>
              </a:extLst>
            </p:cNvPr>
            <p:cNvSpPr>
              <a:spLocks noChangeArrowheads="1"/>
            </p:cNvSpPr>
            <p:nvPr/>
          </p:nvSpPr>
          <p:spPr bwMode="auto">
            <a:xfrm>
              <a:off x="3783" y="2061"/>
              <a:ext cx="1231" cy="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 name="Rectangle 8">
              <a:extLst>
                <a:ext uri="{FF2B5EF4-FFF2-40B4-BE49-F238E27FC236}">
                  <a16:creationId xmlns:a16="http://schemas.microsoft.com/office/drawing/2014/main" id="{14207E38-3619-44B9-B850-F4142A715846}"/>
                </a:ext>
              </a:extLst>
            </p:cNvPr>
            <p:cNvSpPr>
              <a:spLocks noChangeArrowheads="1"/>
            </p:cNvSpPr>
            <p:nvPr/>
          </p:nvSpPr>
          <p:spPr bwMode="auto">
            <a:xfrm>
              <a:off x="3783" y="2053"/>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 name="Rectangle 9">
              <a:extLst>
                <a:ext uri="{FF2B5EF4-FFF2-40B4-BE49-F238E27FC236}">
                  <a16:creationId xmlns:a16="http://schemas.microsoft.com/office/drawing/2014/main" id="{0F2DA94D-19F1-426F-8933-8F6BA58D22CF}"/>
                </a:ext>
              </a:extLst>
            </p:cNvPr>
            <p:cNvSpPr>
              <a:spLocks noChangeArrowheads="1"/>
            </p:cNvSpPr>
            <p:nvPr/>
          </p:nvSpPr>
          <p:spPr bwMode="auto">
            <a:xfrm>
              <a:off x="3783" y="2045"/>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 name="Rectangle 10">
              <a:extLst>
                <a:ext uri="{FF2B5EF4-FFF2-40B4-BE49-F238E27FC236}">
                  <a16:creationId xmlns:a16="http://schemas.microsoft.com/office/drawing/2014/main" id="{DF8DADBD-246B-4A31-913E-7F528C4B5897}"/>
                </a:ext>
              </a:extLst>
            </p:cNvPr>
            <p:cNvSpPr>
              <a:spLocks noChangeArrowheads="1"/>
            </p:cNvSpPr>
            <p:nvPr/>
          </p:nvSpPr>
          <p:spPr bwMode="auto">
            <a:xfrm>
              <a:off x="3783" y="2037"/>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5" name="Rectangle 11">
              <a:extLst>
                <a:ext uri="{FF2B5EF4-FFF2-40B4-BE49-F238E27FC236}">
                  <a16:creationId xmlns:a16="http://schemas.microsoft.com/office/drawing/2014/main" id="{329764CA-005B-4AB0-92BE-3F5A123E073D}"/>
                </a:ext>
              </a:extLst>
            </p:cNvPr>
            <p:cNvSpPr>
              <a:spLocks noChangeArrowheads="1"/>
            </p:cNvSpPr>
            <p:nvPr/>
          </p:nvSpPr>
          <p:spPr bwMode="auto">
            <a:xfrm>
              <a:off x="3783" y="2029"/>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6" name="Rectangle 12">
              <a:extLst>
                <a:ext uri="{FF2B5EF4-FFF2-40B4-BE49-F238E27FC236}">
                  <a16:creationId xmlns:a16="http://schemas.microsoft.com/office/drawing/2014/main" id="{89FAC8AA-5374-43EB-AC68-38E7C623EF52}"/>
                </a:ext>
              </a:extLst>
            </p:cNvPr>
            <p:cNvSpPr>
              <a:spLocks noChangeArrowheads="1"/>
            </p:cNvSpPr>
            <p:nvPr/>
          </p:nvSpPr>
          <p:spPr bwMode="auto">
            <a:xfrm>
              <a:off x="3783" y="2021"/>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7" name="Rectangle 13">
              <a:extLst>
                <a:ext uri="{FF2B5EF4-FFF2-40B4-BE49-F238E27FC236}">
                  <a16:creationId xmlns:a16="http://schemas.microsoft.com/office/drawing/2014/main" id="{A75C0825-95A4-48BA-A137-ACEA3588373E}"/>
                </a:ext>
              </a:extLst>
            </p:cNvPr>
            <p:cNvSpPr>
              <a:spLocks noChangeArrowheads="1"/>
            </p:cNvSpPr>
            <p:nvPr/>
          </p:nvSpPr>
          <p:spPr bwMode="auto">
            <a:xfrm>
              <a:off x="3783" y="2013"/>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8" name="Rectangle 14">
              <a:extLst>
                <a:ext uri="{FF2B5EF4-FFF2-40B4-BE49-F238E27FC236}">
                  <a16:creationId xmlns:a16="http://schemas.microsoft.com/office/drawing/2014/main" id="{6C88898B-8319-4300-A439-EF1A92D78EB1}"/>
                </a:ext>
              </a:extLst>
            </p:cNvPr>
            <p:cNvSpPr>
              <a:spLocks noChangeArrowheads="1"/>
            </p:cNvSpPr>
            <p:nvPr/>
          </p:nvSpPr>
          <p:spPr bwMode="auto">
            <a:xfrm>
              <a:off x="3783" y="2005"/>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9" name="Rectangle 15">
              <a:extLst>
                <a:ext uri="{FF2B5EF4-FFF2-40B4-BE49-F238E27FC236}">
                  <a16:creationId xmlns:a16="http://schemas.microsoft.com/office/drawing/2014/main" id="{9E78A0BA-5233-4901-8FE3-38BF844DF68C}"/>
                </a:ext>
              </a:extLst>
            </p:cNvPr>
            <p:cNvSpPr>
              <a:spLocks noChangeArrowheads="1"/>
            </p:cNvSpPr>
            <p:nvPr/>
          </p:nvSpPr>
          <p:spPr bwMode="auto">
            <a:xfrm>
              <a:off x="3783" y="1997"/>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0" name="Rectangle 16">
              <a:extLst>
                <a:ext uri="{FF2B5EF4-FFF2-40B4-BE49-F238E27FC236}">
                  <a16:creationId xmlns:a16="http://schemas.microsoft.com/office/drawing/2014/main" id="{9EA49211-9EEF-48BF-ACEA-D359135CE7E6}"/>
                </a:ext>
              </a:extLst>
            </p:cNvPr>
            <p:cNvSpPr>
              <a:spLocks noChangeArrowheads="1"/>
            </p:cNvSpPr>
            <p:nvPr/>
          </p:nvSpPr>
          <p:spPr bwMode="auto">
            <a:xfrm>
              <a:off x="3783" y="1989"/>
              <a:ext cx="1231" cy="8"/>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1" name="Rectangle 17">
              <a:extLst>
                <a:ext uri="{FF2B5EF4-FFF2-40B4-BE49-F238E27FC236}">
                  <a16:creationId xmlns:a16="http://schemas.microsoft.com/office/drawing/2014/main" id="{DC5AB664-6482-47C3-AC5F-93B9E5E2F33A}"/>
                </a:ext>
              </a:extLst>
            </p:cNvPr>
            <p:cNvSpPr>
              <a:spLocks noChangeArrowheads="1"/>
            </p:cNvSpPr>
            <p:nvPr/>
          </p:nvSpPr>
          <p:spPr bwMode="auto">
            <a:xfrm>
              <a:off x="3783" y="1981"/>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2" name="Rectangle 18">
              <a:extLst>
                <a:ext uri="{FF2B5EF4-FFF2-40B4-BE49-F238E27FC236}">
                  <a16:creationId xmlns:a16="http://schemas.microsoft.com/office/drawing/2014/main" id="{3E794718-A4E8-47B9-82A5-32D979E9FD37}"/>
                </a:ext>
              </a:extLst>
            </p:cNvPr>
            <p:cNvSpPr>
              <a:spLocks noChangeArrowheads="1"/>
            </p:cNvSpPr>
            <p:nvPr/>
          </p:nvSpPr>
          <p:spPr bwMode="auto">
            <a:xfrm>
              <a:off x="3783" y="1973"/>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3" name="Rectangle 19">
              <a:extLst>
                <a:ext uri="{FF2B5EF4-FFF2-40B4-BE49-F238E27FC236}">
                  <a16:creationId xmlns:a16="http://schemas.microsoft.com/office/drawing/2014/main" id="{E9D8C2EA-2F6C-4FF8-ADB6-D63D307A3A47}"/>
                </a:ext>
              </a:extLst>
            </p:cNvPr>
            <p:cNvSpPr>
              <a:spLocks noChangeArrowheads="1"/>
            </p:cNvSpPr>
            <p:nvPr/>
          </p:nvSpPr>
          <p:spPr bwMode="auto">
            <a:xfrm>
              <a:off x="3783" y="1966"/>
              <a:ext cx="1231" cy="7"/>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4" name="Rectangle 20">
              <a:extLst>
                <a:ext uri="{FF2B5EF4-FFF2-40B4-BE49-F238E27FC236}">
                  <a16:creationId xmlns:a16="http://schemas.microsoft.com/office/drawing/2014/main" id="{8980B9F2-6DF7-4420-9549-D390A7DE7192}"/>
                </a:ext>
              </a:extLst>
            </p:cNvPr>
            <p:cNvSpPr>
              <a:spLocks noChangeArrowheads="1"/>
            </p:cNvSpPr>
            <p:nvPr/>
          </p:nvSpPr>
          <p:spPr bwMode="auto">
            <a:xfrm>
              <a:off x="3783" y="1958"/>
              <a:ext cx="1231" cy="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5" name="Rectangle 21">
              <a:extLst>
                <a:ext uri="{FF2B5EF4-FFF2-40B4-BE49-F238E27FC236}">
                  <a16:creationId xmlns:a16="http://schemas.microsoft.com/office/drawing/2014/main" id="{916E0255-1A06-411C-B6C9-BEF41497090B}"/>
                </a:ext>
              </a:extLst>
            </p:cNvPr>
            <p:cNvSpPr>
              <a:spLocks noChangeArrowheads="1"/>
            </p:cNvSpPr>
            <p:nvPr/>
          </p:nvSpPr>
          <p:spPr bwMode="auto">
            <a:xfrm>
              <a:off x="3783" y="1950"/>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6" name="Rectangle 22">
              <a:extLst>
                <a:ext uri="{FF2B5EF4-FFF2-40B4-BE49-F238E27FC236}">
                  <a16:creationId xmlns:a16="http://schemas.microsoft.com/office/drawing/2014/main" id="{6F6DA002-77E6-4C11-A399-C2EAB377E020}"/>
                </a:ext>
              </a:extLst>
            </p:cNvPr>
            <p:cNvSpPr>
              <a:spLocks noChangeArrowheads="1"/>
            </p:cNvSpPr>
            <p:nvPr/>
          </p:nvSpPr>
          <p:spPr bwMode="auto">
            <a:xfrm>
              <a:off x="3783" y="1506"/>
              <a:ext cx="1231" cy="563"/>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27" name="Rectangle 23">
              <a:extLst>
                <a:ext uri="{FF2B5EF4-FFF2-40B4-BE49-F238E27FC236}">
                  <a16:creationId xmlns:a16="http://schemas.microsoft.com/office/drawing/2014/main" id="{3BABD008-5729-4A30-A727-A70B2DCF532D}"/>
                </a:ext>
              </a:extLst>
            </p:cNvPr>
            <p:cNvSpPr>
              <a:spLocks noChangeArrowheads="1"/>
            </p:cNvSpPr>
            <p:nvPr/>
          </p:nvSpPr>
          <p:spPr bwMode="auto">
            <a:xfrm>
              <a:off x="3783" y="1672"/>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8" name="Rectangle 24">
              <a:extLst>
                <a:ext uri="{FF2B5EF4-FFF2-40B4-BE49-F238E27FC236}">
                  <a16:creationId xmlns:a16="http://schemas.microsoft.com/office/drawing/2014/main" id="{37328EE3-3B70-45ED-B93C-285A29929ABF}"/>
                </a:ext>
              </a:extLst>
            </p:cNvPr>
            <p:cNvSpPr>
              <a:spLocks noChangeArrowheads="1"/>
            </p:cNvSpPr>
            <p:nvPr/>
          </p:nvSpPr>
          <p:spPr bwMode="auto">
            <a:xfrm>
              <a:off x="3783" y="1665"/>
              <a:ext cx="1231" cy="7"/>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9" name="Rectangle 25">
              <a:extLst>
                <a:ext uri="{FF2B5EF4-FFF2-40B4-BE49-F238E27FC236}">
                  <a16:creationId xmlns:a16="http://schemas.microsoft.com/office/drawing/2014/main" id="{73CE17BB-BAF7-4AA2-88FF-E2669682A83C}"/>
                </a:ext>
              </a:extLst>
            </p:cNvPr>
            <p:cNvSpPr>
              <a:spLocks noChangeArrowheads="1"/>
            </p:cNvSpPr>
            <p:nvPr/>
          </p:nvSpPr>
          <p:spPr bwMode="auto">
            <a:xfrm>
              <a:off x="3783" y="1657"/>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0" name="Rectangle 26">
              <a:extLst>
                <a:ext uri="{FF2B5EF4-FFF2-40B4-BE49-F238E27FC236}">
                  <a16:creationId xmlns:a16="http://schemas.microsoft.com/office/drawing/2014/main" id="{732AAD09-0FC6-4825-92E0-EB2D5A5892C7}"/>
                </a:ext>
              </a:extLst>
            </p:cNvPr>
            <p:cNvSpPr>
              <a:spLocks noChangeArrowheads="1"/>
            </p:cNvSpPr>
            <p:nvPr/>
          </p:nvSpPr>
          <p:spPr bwMode="auto">
            <a:xfrm>
              <a:off x="3783" y="1649"/>
              <a:ext cx="1231" cy="8"/>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1" name="Rectangle 27">
              <a:extLst>
                <a:ext uri="{FF2B5EF4-FFF2-40B4-BE49-F238E27FC236}">
                  <a16:creationId xmlns:a16="http://schemas.microsoft.com/office/drawing/2014/main" id="{DD6790A7-1F78-4E10-90B5-8F513530DA1C}"/>
                </a:ext>
              </a:extLst>
            </p:cNvPr>
            <p:cNvSpPr>
              <a:spLocks noChangeArrowheads="1"/>
            </p:cNvSpPr>
            <p:nvPr/>
          </p:nvSpPr>
          <p:spPr bwMode="auto">
            <a:xfrm>
              <a:off x="3783" y="1641"/>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2" name="Rectangle 28">
              <a:extLst>
                <a:ext uri="{FF2B5EF4-FFF2-40B4-BE49-F238E27FC236}">
                  <a16:creationId xmlns:a16="http://schemas.microsoft.com/office/drawing/2014/main" id="{9F619443-751C-4C25-B00C-77E80146DC4A}"/>
                </a:ext>
              </a:extLst>
            </p:cNvPr>
            <p:cNvSpPr>
              <a:spLocks noChangeArrowheads="1"/>
            </p:cNvSpPr>
            <p:nvPr/>
          </p:nvSpPr>
          <p:spPr bwMode="auto">
            <a:xfrm>
              <a:off x="3783" y="1633"/>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3" name="Rectangle 29">
              <a:extLst>
                <a:ext uri="{FF2B5EF4-FFF2-40B4-BE49-F238E27FC236}">
                  <a16:creationId xmlns:a16="http://schemas.microsoft.com/office/drawing/2014/main" id="{3366D67F-5111-4FEC-8D23-CA015AEA1112}"/>
                </a:ext>
              </a:extLst>
            </p:cNvPr>
            <p:cNvSpPr>
              <a:spLocks noChangeArrowheads="1"/>
            </p:cNvSpPr>
            <p:nvPr/>
          </p:nvSpPr>
          <p:spPr bwMode="auto">
            <a:xfrm>
              <a:off x="3783" y="1625"/>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4" name="Rectangle 30">
              <a:extLst>
                <a:ext uri="{FF2B5EF4-FFF2-40B4-BE49-F238E27FC236}">
                  <a16:creationId xmlns:a16="http://schemas.microsoft.com/office/drawing/2014/main" id="{27A717B6-B6A5-4678-BFC1-734556108200}"/>
                </a:ext>
              </a:extLst>
            </p:cNvPr>
            <p:cNvSpPr>
              <a:spLocks noChangeArrowheads="1"/>
            </p:cNvSpPr>
            <p:nvPr/>
          </p:nvSpPr>
          <p:spPr bwMode="auto">
            <a:xfrm>
              <a:off x="3783" y="1617"/>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5" name="Rectangle 31">
              <a:extLst>
                <a:ext uri="{FF2B5EF4-FFF2-40B4-BE49-F238E27FC236}">
                  <a16:creationId xmlns:a16="http://schemas.microsoft.com/office/drawing/2014/main" id="{AB413243-3B11-4B96-9A80-B5C7F2122DE0}"/>
                </a:ext>
              </a:extLst>
            </p:cNvPr>
            <p:cNvSpPr>
              <a:spLocks noChangeArrowheads="1"/>
            </p:cNvSpPr>
            <p:nvPr/>
          </p:nvSpPr>
          <p:spPr bwMode="auto">
            <a:xfrm>
              <a:off x="3783" y="1609"/>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6" name="Rectangle 32">
              <a:extLst>
                <a:ext uri="{FF2B5EF4-FFF2-40B4-BE49-F238E27FC236}">
                  <a16:creationId xmlns:a16="http://schemas.microsoft.com/office/drawing/2014/main" id="{DFB14EDC-4ADE-4E6E-B8EC-EAEDD75281E5}"/>
                </a:ext>
              </a:extLst>
            </p:cNvPr>
            <p:cNvSpPr>
              <a:spLocks noChangeArrowheads="1"/>
            </p:cNvSpPr>
            <p:nvPr/>
          </p:nvSpPr>
          <p:spPr bwMode="auto">
            <a:xfrm>
              <a:off x="3783" y="1601"/>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7" name="Rectangle 33">
              <a:extLst>
                <a:ext uri="{FF2B5EF4-FFF2-40B4-BE49-F238E27FC236}">
                  <a16:creationId xmlns:a16="http://schemas.microsoft.com/office/drawing/2014/main" id="{1730ACF2-5218-4F09-B66E-B72744F96392}"/>
                </a:ext>
              </a:extLst>
            </p:cNvPr>
            <p:cNvSpPr>
              <a:spLocks noChangeArrowheads="1"/>
            </p:cNvSpPr>
            <p:nvPr/>
          </p:nvSpPr>
          <p:spPr bwMode="auto">
            <a:xfrm>
              <a:off x="3783" y="1593"/>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8" name="Rectangle 34">
              <a:extLst>
                <a:ext uri="{FF2B5EF4-FFF2-40B4-BE49-F238E27FC236}">
                  <a16:creationId xmlns:a16="http://schemas.microsoft.com/office/drawing/2014/main" id="{924DABB5-77A1-4F57-B417-27429A0261AC}"/>
                </a:ext>
              </a:extLst>
            </p:cNvPr>
            <p:cNvSpPr>
              <a:spLocks noChangeArrowheads="1"/>
            </p:cNvSpPr>
            <p:nvPr/>
          </p:nvSpPr>
          <p:spPr bwMode="auto">
            <a:xfrm>
              <a:off x="3783" y="1585"/>
              <a:ext cx="1231" cy="8"/>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9" name="Rectangle 35">
              <a:extLst>
                <a:ext uri="{FF2B5EF4-FFF2-40B4-BE49-F238E27FC236}">
                  <a16:creationId xmlns:a16="http://schemas.microsoft.com/office/drawing/2014/main" id="{0817C9FC-5E9B-4FE7-8260-66724C91F891}"/>
                </a:ext>
              </a:extLst>
            </p:cNvPr>
            <p:cNvSpPr>
              <a:spLocks noChangeArrowheads="1"/>
            </p:cNvSpPr>
            <p:nvPr/>
          </p:nvSpPr>
          <p:spPr bwMode="auto">
            <a:xfrm>
              <a:off x="3783" y="1577"/>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0" name="Rectangle 36">
              <a:extLst>
                <a:ext uri="{FF2B5EF4-FFF2-40B4-BE49-F238E27FC236}">
                  <a16:creationId xmlns:a16="http://schemas.microsoft.com/office/drawing/2014/main" id="{E8E07AA6-7CD6-4562-A52A-79E0DC5477EC}"/>
                </a:ext>
              </a:extLst>
            </p:cNvPr>
            <p:cNvSpPr>
              <a:spLocks noChangeArrowheads="1"/>
            </p:cNvSpPr>
            <p:nvPr/>
          </p:nvSpPr>
          <p:spPr bwMode="auto">
            <a:xfrm>
              <a:off x="3783" y="1570"/>
              <a:ext cx="1231" cy="7"/>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1" name="Rectangle 37">
              <a:extLst>
                <a:ext uri="{FF2B5EF4-FFF2-40B4-BE49-F238E27FC236}">
                  <a16:creationId xmlns:a16="http://schemas.microsoft.com/office/drawing/2014/main" id="{48CB32C8-5BC7-4016-9877-398B3732CDE9}"/>
                </a:ext>
              </a:extLst>
            </p:cNvPr>
            <p:cNvSpPr>
              <a:spLocks noChangeArrowheads="1"/>
            </p:cNvSpPr>
            <p:nvPr/>
          </p:nvSpPr>
          <p:spPr bwMode="auto">
            <a:xfrm>
              <a:off x="3783" y="1562"/>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2" name="Rectangle 38">
              <a:extLst>
                <a:ext uri="{FF2B5EF4-FFF2-40B4-BE49-F238E27FC236}">
                  <a16:creationId xmlns:a16="http://schemas.microsoft.com/office/drawing/2014/main" id="{3EF8B6DD-1492-46CD-AA3C-F15A4351DA3A}"/>
                </a:ext>
              </a:extLst>
            </p:cNvPr>
            <p:cNvSpPr>
              <a:spLocks noChangeArrowheads="1"/>
            </p:cNvSpPr>
            <p:nvPr/>
          </p:nvSpPr>
          <p:spPr bwMode="auto">
            <a:xfrm>
              <a:off x="3783" y="1554"/>
              <a:ext cx="1231" cy="8"/>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3" name="Rectangle 39">
              <a:extLst>
                <a:ext uri="{FF2B5EF4-FFF2-40B4-BE49-F238E27FC236}">
                  <a16:creationId xmlns:a16="http://schemas.microsoft.com/office/drawing/2014/main" id="{F0D5B0B2-0C1B-4C27-9D48-98390B8355DF}"/>
                </a:ext>
              </a:extLst>
            </p:cNvPr>
            <p:cNvSpPr>
              <a:spLocks noChangeArrowheads="1"/>
            </p:cNvSpPr>
            <p:nvPr/>
          </p:nvSpPr>
          <p:spPr bwMode="auto">
            <a:xfrm>
              <a:off x="3783" y="1546"/>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4" name="Rectangle 40">
              <a:extLst>
                <a:ext uri="{FF2B5EF4-FFF2-40B4-BE49-F238E27FC236}">
                  <a16:creationId xmlns:a16="http://schemas.microsoft.com/office/drawing/2014/main" id="{A14654EB-A59E-4DE6-B3DE-5EE2D5436DF0}"/>
                </a:ext>
              </a:extLst>
            </p:cNvPr>
            <p:cNvSpPr>
              <a:spLocks noChangeArrowheads="1"/>
            </p:cNvSpPr>
            <p:nvPr/>
          </p:nvSpPr>
          <p:spPr bwMode="auto">
            <a:xfrm>
              <a:off x="3783" y="1538"/>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5" name="Rectangle 41">
              <a:extLst>
                <a:ext uri="{FF2B5EF4-FFF2-40B4-BE49-F238E27FC236}">
                  <a16:creationId xmlns:a16="http://schemas.microsoft.com/office/drawing/2014/main" id="{05248C77-BEE3-49AF-ABA2-2993E84DE692}"/>
                </a:ext>
              </a:extLst>
            </p:cNvPr>
            <p:cNvSpPr>
              <a:spLocks noChangeArrowheads="1"/>
            </p:cNvSpPr>
            <p:nvPr/>
          </p:nvSpPr>
          <p:spPr bwMode="auto">
            <a:xfrm>
              <a:off x="3783" y="1530"/>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6" name="Rectangle 42">
              <a:extLst>
                <a:ext uri="{FF2B5EF4-FFF2-40B4-BE49-F238E27FC236}">
                  <a16:creationId xmlns:a16="http://schemas.microsoft.com/office/drawing/2014/main" id="{B0A6F301-BECA-42D5-B284-00C47AA0BDEF}"/>
                </a:ext>
              </a:extLst>
            </p:cNvPr>
            <p:cNvSpPr>
              <a:spLocks noChangeArrowheads="1"/>
            </p:cNvSpPr>
            <p:nvPr/>
          </p:nvSpPr>
          <p:spPr bwMode="auto">
            <a:xfrm>
              <a:off x="3783" y="1522"/>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7" name="Rectangle 43">
              <a:extLst>
                <a:ext uri="{FF2B5EF4-FFF2-40B4-BE49-F238E27FC236}">
                  <a16:creationId xmlns:a16="http://schemas.microsoft.com/office/drawing/2014/main" id="{5772DE5C-BD69-49CD-82E3-06A920F4AEE2}"/>
                </a:ext>
              </a:extLst>
            </p:cNvPr>
            <p:cNvSpPr>
              <a:spLocks noChangeArrowheads="1"/>
            </p:cNvSpPr>
            <p:nvPr/>
          </p:nvSpPr>
          <p:spPr bwMode="auto">
            <a:xfrm>
              <a:off x="3783" y="1514"/>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8" name="Rectangle 44">
              <a:extLst>
                <a:ext uri="{FF2B5EF4-FFF2-40B4-BE49-F238E27FC236}">
                  <a16:creationId xmlns:a16="http://schemas.microsoft.com/office/drawing/2014/main" id="{30B1A75A-D40B-46EE-92CC-95D32AD980F7}"/>
                </a:ext>
              </a:extLst>
            </p:cNvPr>
            <p:cNvSpPr>
              <a:spLocks noChangeArrowheads="1"/>
            </p:cNvSpPr>
            <p:nvPr/>
          </p:nvSpPr>
          <p:spPr bwMode="auto">
            <a:xfrm>
              <a:off x="3783" y="1506"/>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9" name="Rectangle 45">
              <a:extLst>
                <a:ext uri="{FF2B5EF4-FFF2-40B4-BE49-F238E27FC236}">
                  <a16:creationId xmlns:a16="http://schemas.microsoft.com/office/drawing/2014/main" id="{72835F35-C28C-45B1-9720-B8F8525935D8}"/>
                </a:ext>
              </a:extLst>
            </p:cNvPr>
            <p:cNvSpPr>
              <a:spLocks noChangeArrowheads="1"/>
            </p:cNvSpPr>
            <p:nvPr/>
          </p:nvSpPr>
          <p:spPr bwMode="auto">
            <a:xfrm>
              <a:off x="3783" y="1506"/>
              <a:ext cx="1231" cy="563"/>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50" name="Rectangle 46">
              <a:extLst>
                <a:ext uri="{FF2B5EF4-FFF2-40B4-BE49-F238E27FC236}">
                  <a16:creationId xmlns:a16="http://schemas.microsoft.com/office/drawing/2014/main" id="{7D078B37-1D93-48CC-894D-43C1DA51BBCC}"/>
                </a:ext>
              </a:extLst>
            </p:cNvPr>
            <p:cNvSpPr>
              <a:spLocks noChangeArrowheads="1"/>
            </p:cNvSpPr>
            <p:nvPr/>
          </p:nvSpPr>
          <p:spPr bwMode="auto">
            <a:xfrm>
              <a:off x="4173" y="1530"/>
              <a:ext cx="436"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1" name="Rectangle 47">
              <a:extLst>
                <a:ext uri="{FF2B5EF4-FFF2-40B4-BE49-F238E27FC236}">
                  <a16:creationId xmlns:a16="http://schemas.microsoft.com/office/drawing/2014/main" id="{600554BA-8052-449F-8F0A-E2622035F5B3}"/>
                </a:ext>
              </a:extLst>
            </p:cNvPr>
            <p:cNvSpPr>
              <a:spLocks noChangeArrowheads="1"/>
            </p:cNvSpPr>
            <p:nvPr/>
          </p:nvSpPr>
          <p:spPr bwMode="auto">
            <a:xfrm>
              <a:off x="4236" y="1530"/>
              <a:ext cx="34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1" u="none" strike="noStrike" cap="none" normalizeH="0" baseline="0">
                  <a:ln>
                    <a:noFill/>
                  </a:ln>
                  <a:solidFill>
                    <a:srgbClr val="000000"/>
                  </a:solidFill>
                  <a:effectLst/>
                  <a:latin typeface="Tahoma" panose="020B0604030504040204" pitchFamily="34" charset="0"/>
                </a:rPr>
                <a:t>Animal</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52" name="Freeform 48">
              <a:extLst>
                <a:ext uri="{FF2B5EF4-FFF2-40B4-BE49-F238E27FC236}">
                  <a16:creationId xmlns:a16="http://schemas.microsoft.com/office/drawing/2014/main" id="{9E5504E7-7FB1-4C37-8B55-34354D78DD45}"/>
                </a:ext>
              </a:extLst>
            </p:cNvPr>
            <p:cNvSpPr>
              <a:spLocks/>
            </p:cNvSpPr>
            <p:nvPr/>
          </p:nvSpPr>
          <p:spPr bwMode="auto">
            <a:xfrm>
              <a:off x="3783" y="1680"/>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pic>
          <p:nvPicPr>
            <p:cNvPr id="53" name="Picture 49">
              <a:extLst>
                <a:ext uri="{FF2B5EF4-FFF2-40B4-BE49-F238E27FC236}">
                  <a16:creationId xmlns:a16="http://schemas.microsoft.com/office/drawing/2014/main" id="{C19A5E56-C430-4F7B-9837-18F4DE7D4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57895"/>
            <a:stretch>
              <a:fillRect/>
            </a:stretch>
          </p:blipFill>
          <p:spPr bwMode="auto">
            <a:xfrm>
              <a:off x="3855" y="1839"/>
              <a:ext cx="127"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Line 51">
              <a:extLst>
                <a:ext uri="{FF2B5EF4-FFF2-40B4-BE49-F238E27FC236}">
                  <a16:creationId xmlns:a16="http://schemas.microsoft.com/office/drawing/2014/main" id="{570314BE-3D12-4BD9-8F04-2F4C3C2E6EBA}"/>
                </a:ext>
              </a:extLst>
            </p:cNvPr>
            <p:cNvSpPr>
              <a:spLocks noChangeShapeType="1"/>
            </p:cNvSpPr>
            <p:nvPr/>
          </p:nvSpPr>
          <p:spPr bwMode="auto">
            <a:xfrm>
              <a:off x="3783" y="1799"/>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55" name="Rectangle 52">
              <a:extLst>
                <a:ext uri="{FF2B5EF4-FFF2-40B4-BE49-F238E27FC236}">
                  <a16:creationId xmlns:a16="http://schemas.microsoft.com/office/drawing/2014/main" id="{A367A404-8495-40B2-A954-009D1BD084EC}"/>
                </a:ext>
              </a:extLst>
            </p:cNvPr>
            <p:cNvSpPr>
              <a:spLocks noChangeArrowheads="1"/>
            </p:cNvSpPr>
            <p:nvPr/>
          </p:nvSpPr>
          <p:spPr bwMode="auto">
            <a:xfrm>
              <a:off x="3783" y="2417"/>
              <a:ext cx="1231" cy="451"/>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56" name="Rectangle 53">
              <a:extLst>
                <a:ext uri="{FF2B5EF4-FFF2-40B4-BE49-F238E27FC236}">
                  <a16:creationId xmlns:a16="http://schemas.microsoft.com/office/drawing/2014/main" id="{60832056-101D-4BDA-9EBF-7D32DDB140F0}"/>
                </a:ext>
              </a:extLst>
            </p:cNvPr>
            <p:cNvSpPr>
              <a:spLocks noChangeArrowheads="1"/>
            </p:cNvSpPr>
            <p:nvPr/>
          </p:nvSpPr>
          <p:spPr bwMode="auto">
            <a:xfrm>
              <a:off x="3783" y="2861"/>
              <a:ext cx="1231" cy="7"/>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7" name="Rectangle 54">
              <a:extLst>
                <a:ext uri="{FF2B5EF4-FFF2-40B4-BE49-F238E27FC236}">
                  <a16:creationId xmlns:a16="http://schemas.microsoft.com/office/drawing/2014/main" id="{6B6CD1AE-51CA-49DF-9561-5C6CA3B5D9E0}"/>
                </a:ext>
              </a:extLst>
            </p:cNvPr>
            <p:cNvSpPr>
              <a:spLocks noChangeArrowheads="1"/>
            </p:cNvSpPr>
            <p:nvPr/>
          </p:nvSpPr>
          <p:spPr bwMode="auto">
            <a:xfrm>
              <a:off x="3783" y="2853"/>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8" name="Rectangle 55">
              <a:extLst>
                <a:ext uri="{FF2B5EF4-FFF2-40B4-BE49-F238E27FC236}">
                  <a16:creationId xmlns:a16="http://schemas.microsoft.com/office/drawing/2014/main" id="{88CF1E62-D21F-42C9-BCC2-9735FCBB299A}"/>
                </a:ext>
              </a:extLst>
            </p:cNvPr>
            <p:cNvSpPr>
              <a:spLocks noChangeArrowheads="1"/>
            </p:cNvSpPr>
            <p:nvPr/>
          </p:nvSpPr>
          <p:spPr bwMode="auto">
            <a:xfrm>
              <a:off x="3783" y="2845"/>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9" name="Rectangle 56">
              <a:extLst>
                <a:ext uri="{FF2B5EF4-FFF2-40B4-BE49-F238E27FC236}">
                  <a16:creationId xmlns:a16="http://schemas.microsoft.com/office/drawing/2014/main" id="{C46BE3E6-3176-430A-AFD2-72E783769B39}"/>
                </a:ext>
              </a:extLst>
            </p:cNvPr>
            <p:cNvSpPr>
              <a:spLocks noChangeArrowheads="1"/>
            </p:cNvSpPr>
            <p:nvPr/>
          </p:nvSpPr>
          <p:spPr bwMode="auto">
            <a:xfrm>
              <a:off x="3783" y="2837"/>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0" name="Rectangle 57">
              <a:extLst>
                <a:ext uri="{FF2B5EF4-FFF2-40B4-BE49-F238E27FC236}">
                  <a16:creationId xmlns:a16="http://schemas.microsoft.com/office/drawing/2014/main" id="{1D304D25-F523-4A98-AAC1-3A278F710C36}"/>
                </a:ext>
              </a:extLst>
            </p:cNvPr>
            <p:cNvSpPr>
              <a:spLocks noChangeArrowheads="1"/>
            </p:cNvSpPr>
            <p:nvPr/>
          </p:nvSpPr>
          <p:spPr bwMode="auto">
            <a:xfrm>
              <a:off x="3783" y="2829"/>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1" name="Rectangle 58">
              <a:extLst>
                <a:ext uri="{FF2B5EF4-FFF2-40B4-BE49-F238E27FC236}">
                  <a16:creationId xmlns:a16="http://schemas.microsoft.com/office/drawing/2014/main" id="{B106FDFE-3910-4F99-B7D6-7935C35EF2FA}"/>
                </a:ext>
              </a:extLst>
            </p:cNvPr>
            <p:cNvSpPr>
              <a:spLocks noChangeArrowheads="1"/>
            </p:cNvSpPr>
            <p:nvPr/>
          </p:nvSpPr>
          <p:spPr bwMode="auto">
            <a:xfrm>
              <a:off x="3783" y="2821"/>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2" name="Rectangle 59">
              <a:extLst>
                <a:ext uri="{FF2B5EF4-FFF2-40B4-BE49-F238E27FC236}">
                  <a16:creationId xmlns:a16="http://schemas.microsoft.com/office/drawing/2014/main" id="{FEFE8C60-1512-4F64-9A83-789CA9AA78F6}"/>
                </a:ext>
              </a:extLst>
            </p:cNvPr>
            <p:cNvSpPr>
              <a:spLocks noChangeArrowheads="1"/>
            </p:cNvSpPr>
            <p:nvPr/>
          </p:nvSpPr>
          <p:spPr bwMode="auto">
            <a:xfrm>
              <a:off x="3783" y="2813"/>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3" name="Rectangle 60">
              <a:extLst>
                <a:ext uri="{FF2B5EF4-FFF2-40B4-BE49-F238E27FC236}">
                  <a16:creationId xmlns:a16="http://schemas.microsoft.com/office/drawing/2014/main" id="{7349793E-A089-4616-85F9-25CCBA1C0472}"/>
                </a:ext>
              </a:extLst>
            </p:cNvPr>
            <p:cNvSpPr>
              <a:spLocks noChangeArrowheads="1"/>
            </p:cNvSpPr>
            <p:nvPr/>
          </p:nvSpPr>
          <p:spPr bwMode="auto">
            <a:xfrm>
              <a:off x="3783" y="2805"/>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4" name="Rectangle 61">
              <a:extLst>
                <a:ext uri="{FF2B5EF4-FFF2-40B4-BE49-F238E27FC236}">
                  <a16:creationId xmlns:a16="http://schemas.microsoft.com/office/drawing/2014/main" id="{10AFE229-736E-4579-B2F1-092A3BCCFBE4}"/>
                </a:ext>
              </a:extLst>
            </p:cNvPr>
            <p:cNvSpPr>
              <a:spLocks noChangeArrowheads="1"/>
            </p:cNvSpPr>
            <p:nvPr/>
          </p:nvSpPr>
          <p:spPr bwMode="auto">
            <a:xfrm>
              <a:off x="3783" y="2797"/>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5" name="Rectangle 62">
              <a:extLst>
                <a:ext uri="{FF2B5EF4-FFF2-40B4-BE49-F238E27FC236}">
                  <a16:creationId xmlns:a16="http://schemas.microsoft.com/office/drawing/2014/main" id="{2BAD7D3E-E465-4F01-B835-61A7E7F7B60F}"/>
                </a:ext>
              </a:extLst>
            </p:cNvPr>
            <p:cNvSpPr>
              <a:spLocks noChangeArrowheads="1"/>
            </p:cNvSpPr>
            <p:nvPr/>
          </p:nvSpPr>
          <p:spPr bwMode="auto">
            <a:xfrm>
              <a:off x="3783" y="2789"/>
              <a:ext cx="1231" cy="8"/>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6" name="Rectangle 63">
              <a:extLst>
                <a:ext uri="{FF2B5EF4-FFF2-40B4-BE49-F238E27FC236}">
                  <a16:creationId xmlns:a16="http://schemas.microsoft.com/office/drawing/2014/main" id="{EA7A8B6A-183B-4E6E-BD23-6724D3851347}"/>
                </a:ext>
              </a:extLst>
            </p:cNvPr>
            <p:cNvSpPr>
              <a:spLocks noChangeArrowheads="1"/>
            </p:cNvSpPr>
            <p:nvPr/>
          </p:nvSpPr>
          <p:spPr bwMode="auto">
            <a:xfrm>
              <a:off x="3783" y="2781"/>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7" name="Rectangle 64">
              <a:extLst>
                <a:ext uri="{FF2B5EF4-FFF2-40B4-BE49-F238E27FC236}">
                  <a16:creationId xmlns:a16="http://schemas.microsoft.com/office/drawing/2014/main" id="{C7B4FF86-F7B9-4C72-A958-74907777FA13}"/>
                </a:ext>
              </a:extLst>
            </p:cNvPr>
            <p:cNvSpPr>
              <a:spLocks noChangeArrowheads="1"/>
            </p:cNvSpPr>
            <p:nvPr/>
          </p:nvSpPr>
          <p:spPr bwMode="auto">
            <a:xfrm>
              <a:off x="3783" y="2773"/>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8" name="Rectangle 65">
              <a:extLst>
                <a:ext uri="{FF2B5EF4-FFF2-40B4-BE49-F238E27FC236}">
                  <a16:creationId xmlns:a16="http://schemas.microsoft.com/office/drawing/2014/main" id="{D0271C43-54F3-4B11-A356-A985ABFF1916}"/>
                </a:ext>
              </a:extLst>
            </p:cNvPr>
            <p:cNvSpPr>
              <a:spLocks noChangeArrowheads="1"/>
            </p:cNvSpPr>
            <p:nvPr/>
          </p:nvSpPr>
          <p:spPr bwMode="auto">
            <a:xfrm>
              <a:off x="3783" y="2765"/>
              <a:ext cx="1231" cy="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9" name="Rectangle 66">
              <a:extLst>
                <a:ext uri="{FF2B5EF4-FFF2-40B4-BE49-F238E27FC236}">
                  <a16:creationId xmlns:a16="http://schemas.microsoft.com/office/drawing/2014/main" id="{11E98D72-7112-4A75-B57C-B4695ECE3B58}"/>
                </a:ext>
              </a:extLst>
            </p:cNvPr>
            <p:cNvSpPr>
              <a:spLocks noChangeArrowheads="1"/>
            </p:cNvSpPr>
            <p:nvPr/>
          </p:nvSpPr>
          <p:spPr bwMode="auto">
            <a:xfrm>
              <a:off x="3783" y="2758"/>
              <a:ext cx="1231" cy="7"/>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0" name="Rectangle 67">
              <a:extLst>
                <a:ext uri="{FF2B5EF4-FFF2-40B4-BE49-F238E27FC236}">
                  <a16:creationId xmlns:a16="http://schemas.microsoft.com/office/drawing/2014/main" id="{B02C9CA8-8074-488D-A7EF-5F7D0FFE0231}"/>
                </a:ext>
              </a:extLst>
            </p:cNvPr>
            <p:cNvSpPr>
              <a:spLocks noChangeArrowheads="1"/>
            </p:cNvSpPr>
            <p:nvPr/>
          </p:nvSpPr>
          <p:spPr bwMode="auto">
            <a:xfrm>
              <a:off x="3783" y="2750"/>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1" name="Rectangle 68">
              <a:extLst>
                <a:ext uri="{FF2B5EF4-FFF2-40B4-BE49-F238E27FC236}">
                  <a16:creationId xmlns:a16="http://schemas.microsoft.com/office/drawing/2014/main" id="{B6BEA036-D709-4BEB-8787-D63CB3A2F96D}"/>
                </a:ext>
              </a:extLst>
            </p:cNvPr>
            <p:cNvSpPr>
              <a:spLocks noChangeArrowheads="1"/>
            </p:cNvSpPr>
            <p:nvPr/>
          </p:nvSpPr>
          <p:spPr bwMode="auto">
            <a:xfrm>
              <a:off x="3783" y="2417"/>
              <a:ext cx="1231" cy="451"/>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72" name="Rectangle 69">
              <a:extLst>
                <a:ext uri="{FF2B5EF4-FFF2-40B4-BE49-F238E27FC236}">
                  <a16:creationId xmlns:a16="http://schemas.microsoft.com/office/drawing/2014/main" id="{8FAE2F8F-F5CD-436D-A1FC-0FCB8EF29B40}"/>
                </a:ext>
              </a:extLst>
            </p:cNvPr>
            <p:cNvSpPr>
              <a:spLocks noChangeArrowheads="1"/>
            </p:cNvSpPr>
            <p:nvPr/>
          </p:nvSpPr>
          <p:spPr bwMode="auto">
            <a:xfrm>
              <a:off x="3783" y="2583"/>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3" name="Rectangle 70">
              <a:extLst>
                <a:ext uri="{FF2B5EF4-FFF2-40B4-BE49-F238E27FC236}">
                  <a16:creationId xmlns:a16="http://schemas.microsoft.com/office/drawing/2014/main" id="{E5776423-2F9E-442F-9122-69E0BBFAEFF4}"/>
                </a:ext>
              </a:extLst>
            </p:cNvPr>
            <p:cNvSpPr>
              <a:spLocks noChangeArrowheads="1"/>
            </p:cNvSpPr>
            <p:nvPr/>
          </p:nvSpPr>
          <p:spPr bwMode="auto">
            <a:xfrm>
              <a:off x="3783" y="2575"/>
              <a:ext cx="1231" cy="8"/>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4" name="Rectangle 71">
              <a:extLst>
                <a:ext uri="{FF2B5EF4-FFF2-40B4-BE49-F238E27FC236}">
                  <a16:creationId xmlns:a16="http://schemas.microsoft.com/office/drawing/2014/main" id="{DD73BBDA-57BB-4B9C-8195-0E4C10ACFC97}"/>
                </a:ext>
              </a:extLst>
            </p:cNvPr>
            <p:cNvSpPr>
              <a:spLocks noChangeArrowheads="1"/>
            </p:cNvSpPr>
            <p:nvPr/>
          </p:nvSpPr>
          <p:spPr bwMode="auto">
            <a:xfrm>
              <a:off x="3783" y="2567"/>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5" name="Rectangle 72">
              <a:extLst>
                <a:ext uri="{FF2B5EF4-FFF2-40B4-BE49-F238E27FC236}">
                  <a16:creationId xmlns:a16="http://schemas.microsoft.com/office/drawing/2014/main" id="{E977F77F-6F5C-45B6-9655-00281B5B7DCD}"/>
                </a:ext>
              </a:extLst>
            </p:cNvPr>
            <p:cNvSpPr>
              <a:spLocks noChangeArrowheads="1"/>
            </p:cNvSpPr>
            <p:nvPr/>
          </p:nvSpPr>
          <p:spPr bwMode="auto">
            <a:xfrm>
              <a:off x="3783" y="2560"/>
              <a:ext cx="1231" cy="7"/>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6" name="Rectangle 73">
              <a:extLst>
                <a:ext uri="{FF2B5EF4-FFF2-40B4-BE49-F238E27FC236}">
                  <a16:creationId xmlns:a16="http://schemas.microsoft.com/office/drawing/2014/main" id="{5136E857-30AF-4BB0-B81B-DE8C082FEEF6}"/>
                </a:ext>
              </a:extLst>
            </p:cNvPr>
            <p:cNvSpPr>
              <a:spLocks noChangeArrowheads="1"/>
            </p:cNvSpPr>
            <p:nvPr/>
          </p:nvSpPr>
          <p:spPr bwMode="auto">
            <a:xfrm>
              <a:off x="3783" y="2552"/>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7" name="Rectangle 74">
              <a:extLst>
                <a:ext uri="{FF2B5EF4-FFF2-40B4-BE49-F238E27FC236}">
                  <a16:creationId xmlns:a16="http://schemas.microsoft.com/office/drawing/2014/main" id="{63C928EC-288D-4BD3-BDF4-380363FB3701}"/>
                </a:ext>
              </a:extLst>
            </p:cNvPr>
            <p:cNvSpPr>
              <a:spLocks noChangeArrowheads="1"/>
            </p:cNvSpPr>
            <p:nvPr/>
          </p:nvSpPr>
          <p:spPr bwMode="auto">
            <a:xfrm>
              <a:off x="3783" y="2544"/>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8" name="Rectangle 75">
              <a:extLst>
                <a:ext uri="{FF2B5EF4-FFF2-40B4-BE49-F238E27FC236}">
                  <a16:creationId xmlns:a16="http://schemas.microsoft.com/office/drawing/2014/main" id="{4A88F75A-E41A-4586-B7B9-807082434B1D}"/>
                </a:ext>
              </a:extLst>
            </p:cNvPr>
            <p:cNvSpPr>
              <a:spLocks noChangeArrowheads="1"/>
            </p:cNvSpPr>
            <p:nvPr/>
          </p:nvSpPr>
          <p:spPr bwMode="auto">
            <a:xfrm>
              <a:off x="3783" y="2536"/>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9" name="Rectangle 76">
              <a:extLst>
                <a:ext uri="{FF2B5EF4-FFF2-40B4-BE49-F238E27FC236}">
                  <a16:creationId xmlns:a16="http://schemas.microsoft.com/office/drawing/2014/main" id="{D6EE19E6-ACE2-4904-AC99-3C15E035B66A}"/>
                </a:ext>
              </a:extLst>
            </p:cNvPr>
            <p:cNvSpPr>
              <a:spLocks noChangeArrowheads="1"/>
            </p:cNvSpPr>
            <p:nvPr/>
          </p:nvSpPr>
          <p:spPr bwMode="auto">
            <a:xfrm>
              <a:off x="3783" y="2528"/>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0" name="Rectangle 77">
              <a:extLst>
                <a:ext uri="{FF2B5EF4-FFF2-40B4-BE49-F238E27FC236}">
                  <a16:creationId xmlns:a16="http://schemas.microsoft.com/office/drawing/2014/main" id="{72763C82-49BC-44EC-AE87-3BB0E075B3D7}"/>
                </a:ext>
              </a:extLst>
            </p:cNvPr>
            <p:cNvSpPr>
              <a:spLocks noChangeArrowheads="1"/>
            </p:cNvSpPr>
            <p:nvPr/>
          </p:nvSpPr>
          <p:spPr bwMode="auto">
            <a:xfrm>
              <a:off x="3783" y="2520"/>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1" name="Rectangle 78">
              <a:extLst>
                <a:ext uri="{FF2B5EF4-FFF2-40B4-BE49-F238E27FC236}">
                  <a16:creationId xmlns:a16="http://schemas.microsoft.com/office/drawing/2014/main" id="{A810775F-75AA-42AB-A157-F15E656E168C}"/>
                </a:ext>
              </a:extLst>
            </p:cNvPr>
            <p:cNvSpPr>
              <a:spLocks noChangeArrowheads="1"/>
            </p:cNvSpPr>
            <p:nvPr/>
          </p:nvSpPr>
          <p:spPr bwMode="auto">
            <a:xfrm>
              <a:off x="3783" y="2512"/>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2" name="Rectangle 79">
              <a:extLst>
                <a:ext uri="{FF2B5EF4-FFF2-40B4-BE49-F238E27FC236}">
                  <a16:creationId xmlns:a16="http://schemas.microsoft.com/office/drawing/2014/main" id="{E194FECE-8DE4-4B1D-A083-DA0156A32F95}"/>
                </a:ext>
              </a:extLst>
            </p:cNvPr>
            <p:cNvSpPr>
              <a:spLocks noChangeArrowheads="1"/>
            </p:cNvSpPr>
            <p:nvPr/>
          </p:nvSpPr>
          <p:spPr bwMode="auto">
            <a:xfrm>
              <a:off x="3783" y="2504"/>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3" name="Rectangle 80">
              <a:extLst>
                <a:ext uri="{FF2B5EF4-FFF2-40B4-BE49-F238E27FC236}">
                  <a16:creationId xmlns:a16="http://schemas.microsoft.com/office/drawing/2014/main" id="{F1FEAF5D-E2EA-404F-BEB8-0A3FE4078346}"/>
                </a:ext>
              </a:extLst>
            </p:cNvPr>
            <p:cNvSpPr>
              <a:spLocks noChangeArrowheads="1"/>
            </p:cNvSpPr>
            <p:nvPr/>
          </p:nvSpPr>
          <p:spPr bwMode="auto">
            <a:xfrm>
              <a:off x="3783" y="2496"/>
              <a:ext cx="1231" cy="8"/>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4" name="Rectangle 81">
              <a:extLst>
                <a:ext uri="{FF2B5EF4-FFF2-40B4-BE49-F238E27FC236}">
                  <a16:creationId xmlns:a16="http://schemas.microsoft.com/office/drawing/2014/main" id="{7C8CB921-2EF9-4D51-BF19-4A4A592F158B}"/>
                </a:ext>
              </a:extLst>
            </p:cNvPr>
            <p:cNvSpPr>
              <a:spLocks noChangeArrowheads="1"/>
            </p:cNvSpPr>
            <p:nvPr/>
          </p:nvSpPr>
          <p:spPr bwMode="auto">
            <a:xfrm>
              <a:off x="3783" y="2488"/>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5" name="Rectangle 82">
              <a:extLst>
                <a:ext uri="{FF2B5EF4-FFF2-40B4-BE49-F238E27FC236}">
                  <a16:creationId xmlns:a16="http://schemas.microsoft.com/office/drawing/2014/main" id="{8AE075A1-1AEF-4A24-9CDF-1B79C957E9BE}"/>
                </a:ext>
              </a:extLst>
            </p:cNvPr>
            <p:cNvSpPr>
              <a:spLocks noChangeArrowheads="1"/>
            </p:cNvSpPr>
            <p:nvPr/>
          </p:nvSpPr>
          <p:spPr bwMode="auto">
            <a:xfrm>
              <a:off x="3783" y="2480"/>
              <a:ext cx="1231" cy="8"/>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6" name="Rectangle 83">
              <a:extLst>
                <a:ext uri="{FF2B5EF4-FFF2-40B4-BE49-F238E27FC236}">
                  <a16:creationId xmlns:a16="http://schemas.microsoft.com/office/drawing/2014/main" id="{169614FC-E8EA-48EA-849F-A129DC346BC5}"/>
                </a:ext>
              </a:extLst>
            </p:cNvPr>
            <p:cNvSpPr>
              <a:spLocks noChangeArrowheads="1"/>
            </p:cNvSpPr>
            <p:nvPr/>
          </p:nvSpPr>
          <p:spPr bwMode="auto">
            <a:xfrm>
              <a:off x="3783" y="2472"/>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7" name="Rectangle 84">
              <a:extLst>
                <a:ext uri="{FF2B5EF4-FFF2-40B4-BE49-F238E27FC236}">
                  <a16:creationId xmlns:a16="http://schemas.microsoft.com/office/drawing/2014/main" id="{A49A7200-7177-4270-9439-D71048F33D70}"/>
                </a:ext>
              </a:extLst>
            </p:cNvPr>
            <p:cNvSpPr>
              <a:spLocks noChangeArrowheads="1"/>
            </p:cNvSpPr>
            <p:nvPr/>
          </p:nvSpPr>
          <p:spPr bwMode="auto">
            <a:xfrm>
              <a:off x="3783" y="2465"/>
              <a:ext cx="1231" cy="7"/>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8" name="Rectangle 85">
              <a:extLst>
                <a:ext uri="{FF2B5EF4-FFF2-40B4-BE49-F238E27FC236}">
                  <a16:creationId xmlns:a16="http://schemas.microsoft.com/office/drawing/2014/main" id="{783E8762-FF77-489C-8606-17AB4276B79E}"/>
                </a:ext>
              </a:extLst>
            </p:cNvPr>
            <p:cNvSpPr>
              <a:spLocks noChangeArrowheads="1"/>
            </p:cNvSpPr>
            <p:nvPr/>
          </p:nvSpPr>
          <p:spPr bwMode="auto">
            <a:xfrm>
              <a:off x="3783" y="2457"/>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9" name="Rectangle 86">
              <a:extLst>
                <a:ext uri="{FF2B5EF4-FFF2-40B4-BE49-F238E27FC236}">
                  <a16:creationId xmlns:a16="http://schemas.microsoft.com/office/drawing/2014/main" id="{1E81D5CC-BB6D-4325-AEE7-C4CEF03E9D6F}"/>
                </a:ext>
              </a:extLst>
            </p:cNvPr>
            <p:cNvSpPr>
              <a:spLocks noChangeArrowheads="1"/>
            </p:cNvSpPr>
            <p:nvPr/>
          </p:nvSpPr>
          <p:spPr bwMode="auto">
            <a:xfrm>
              <a:off x="3783" y="2449"/>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0" name="Rectangle 87">
              <a:extLst>
                <a:ext uri="{FF2B5EF4-FFF2-40B4-BE49-F238E27FC236}">
                  <a16:creationId xmlns:a16="http://schemas.microsoft.com/office/drawing/2014/main" id="{E8C96C1A-6DAB-4D85-A0A3-BCE28A2C7815}"/>
                </a:ext>
              </a:extLst>
            </p:cNvPr>
            <p:cNvSpPr>
              <a:spLocks noChangeArrowheads="1"/>
            </p:cNvSpPr>
            <p:nvPr/>
          </p:nvSpPr>
          <p:spPr bwMode="auto">
            <a:xfrm>
              <a:off x="3783" y="2441"/>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1" name="Rectangle 88">
              <a:extLst>
                <a:ext uri="{FF2B5EF4-FFF2-40B4-BE49-F238E27FC236}">
                  <a16:creationId xmlns:a16="http://schemas.microsoft.com/office/drawing/2014/main" id="{9C65788C-6BD3-4CAB-994E-73E5BFE1D491}"/>
                </a:ext>
              </a:extLst>
            </p:cNvPr>
            <p:cNvSpPr>
              <a:spLocks noChangeArrowheads="1"/>
            </p:cNvSpPr>
            <p:nvPr/>
          </p:nvSpPr>
          <p:spPr bwMode="auto">
            <a:xfrm>
              <a:off x="3783" y="2433"/>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2" name="Rectangle 89">
              <a:extLst>
                <a:ext uri="{FF2B5EF4-FFF2-40B4-BE49-F238E27FC236}">
                  <a16:creationId xmlns:a16="http://schemas.microsoft.com/office/drawing/2014/main" id="{E81F3083-36EB-407B-AEDD-37CF8DC3065B}"/>
                </a:ext>
              </a:extLst>
            </p:cNvPr>
            <p:cNvSpPr>
              <a:spLocks noChangeArrowheads="1"/>
            </p:cNvSpPr>
            <p:nvPr/>
          </p:nvSpPr>
          <p:spPr bwMode="auto">
            <a:xfrm>
              <a:off x="3783" y="2425"/>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3" name="Rectangle 90">
              <a:extLst>
                <a:ext uri="{FF2B5EF4-FFF2-40B4-BE49-F238E27FC236}">
                  <a16:creationId xmlns:a16="http://schemas.microsoft.com/office/drawing/2014/main" id="{3F7828B8-A6CB-4780-BDE0-43F92E04B521}"/>
                </a:ext>
              </a:extLst>
            </p:cNvPr>
            <p:cNvSpPr>
              <a:spLocks noChangeArrowheads="1"/>
            </p:cNvSpPr>
            <p:nvPr/>
          </p:nvSpPr>
          <p:spPr bwMode="auto">
            <a:xfrm>
              <a:off x="3783" y="2417"/>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4" name="Rectangle 91">
              <a:extLst>
                <a:ext uri="{FF2B5EF4-FFF2-40B4-BE49-F238E27FC236}">
                  <a16:creationId xmlns:a16="http://schemas.microsoft.com/office/drawing/2014/main" id="{6E6F5222-FB95-406E-9A68-0624AF93DC63}"/>
                </a:ext>
              </a:extLst>
            </p:cNvPr>
            <p:cNvSpPr>
              <a:spLocks noChangeArrowheads="1"/>
            </p:cNvSpPr>
            <p:nvPr/>
          </p:nvSpPr>
          <p:spPr bwMode="auto">
            <a:xfrm>
              <a:off x="3783" y="2417"/>
              <a:ext cx="1231" cy="451"/>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95" name="Rectangle 92">
              <a:extLst>
                <a:ext uri="{FF2B5EF4-FFF2-40B4-BE49-F238E27FC236}">
                  <a16:creationId xmlns:a16="http://schemas.microsoft.com/office/drawing/2014/main" id="{95AF763A-B9F2-4F65-B6B3-01A6619054EE}"/>
                </a:ext>
              </a:extLst>
            </p:cNvPr>
            <p:cNvSpPr>
              <a:spLocks noChangeArrowheads="1"/>
            </p:cNvSpPr>
            <p:nvPr/>
          </p:nvSpPr>
          <p:spPr bwMode="auto">
            <a:xfrm>
              <a:off x="4133" y="2441"/>
              <a:ext cx="508"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6" name="Rectangle 93">
              <a:extLst>
                <a:ext uri="{FF2B5EF4-FFF2-40B4-BE49-F238E27FC236}">
                  <a16:creationId xmlns:a16="http://schemas.microsoft.com/office/drawing/2014/main" id="{73354FED-0DC8-4A78-A620-7168CF3519B9}"/>
                </a:ext>
              </a:extLst>
            </p:cNvPr>
            <p:cNvSpPr>
              <a:spLocks noChangeArrowheads="1"/>
            </p:cNvSpPr>
            <p:nvPr/>
          </p:nvSpPr>
          <p:spPr bwMode="auto">
            <a:xfrm>
              <a:off x="4188" y="2441"/>
              <a:ext cx="42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0" u="none" strike="noStrike" cap="none" normalizeH="0" baseline="0">
                  <a:ln>
                    <a:noFill/>
                  </a:ln>
                  <a:solidFill>
                    <a:srgbClr val="000000"/>
                  </a:solidFill>
                  <a:effectLst/>
                  <a:latin typeface="Tahoma" panose="020B0604030504040204" pitchFamily="34" charset="0"/>
                </a:rPr>
                <a:t>Mammal</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97" name="Freeform 94">
              <a:extLst>
                <a:ext uri="{FF2B5EF4-FFF2-40B4-BE49-F238E27FC236}">
                  <a16:creationId xmlns:a16="http://schemas.microsoft.com/office/drawing/2014/main" id="{8F7A5188-FF98-4CCA-A89C-4D3CD0E832E6}"/>
                </a:ext>
              </a:extLst>
            </p:cNvPr>
            <p:cNvSpPr>
              <a:spLocks/>
            </p:cNvSpPr>
            <p:nvPr/>
          </p:nvSpPr>
          <p:spPr bwMode="auto">
            <a:xfrm>
              <a:off x="3783" y="2591"/>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98" name="Line 95">
              <a:extLst>
                <a:ext uri="{FF2B5EF4-FFF2-40B4-BE49-F238E27FC236}">
                  <a16:creationId xmlns:a16="http://schemas.microsoft.com/office/drawing/2014/main" id="{D5D08939-4604-44E9-AA47-1E120ADA6AF8}"/>
                </a:ext>
              </a:extLst>
            </p:cNvPr>
            <p:cNvSpPr>
              <a:spLocks noChangeShapeType="1"/>
            </p:cNvSpPr>
            <p:nvPr/>
          </p:nvSpPr>
          <p:spPr bwMode="auto">
            <a:xfrm>
              <a:off x="3783" y="2647"/>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99" name="Line 96">
              <a:extLst>
                <a:ext uri="{FF2B5EF4-FFF2-40B4-BE49-F238E27FC236}">
                  <a16:creationId xmlns:a16="http://schemas.microsoft.com/office/drawing/2014/main" id="{B440D754-98F9-43EB-A085-C02EFBE949DE}"/>
                </a:ext>
              </a:extLst>
            </p:cNvPr>
            <p:cNvSpPr>
              <a:spLocks noChangeShapeType="1"/>
            </p:cNvSpPr>
            <p:nvPr/>
          </p:nvSpPr>
          <p:spPr bwMode="auto">
            <a:xfrm flipV="1">
              <a:off x="4427" y="2069"/>
              <a:ext cx="0" cy="340"/>
            </a:xfrm>
            <a:prstGeom prst="line">
              <a:avLst/>
            </a:prstGeom>
            <a:noFill/>
            <a:ln w="11113">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0" name="Freeform 97">
              <a:extLst>
                <a:ext uri="{FF2B5EF4-FFF2-40B4-BE49-F238E27FC236}">
                  <a16:creationId xmlns:a16="http://schemas.microsoft.com/office/drawing/2014/main" id="{F8A0F723-0536-4104-93CA-330A22D5E537}"/>
                </a:ext>
              </a:extLst>
            </p:cNvPr>
            <p:cNvSpPr>
              <a:spLocks/>
            </p:cNvSpPr>
            <p:nvPr/>
          </p:nvSpPr>
          <p:spPr bwMode="auto">
            <a:xfrm>
              <a:off x="4363" y="2069"/>
              <a:ext cx="127" cy="95"/>
            </a:xfrm>
            <a:custGeom>
              <a:avLst/>
              <a:gdLst>
                <a:gd name="T0" fmla="*/ 0 w 127"/>
                <a:gd name="T1" fmla="*/ 95 h 95"/>
                <a:gd name="T2" fmla="*/ 64 w 127"/>
                <a:gd name="T3" fmla="*/ 0 h 95"/>
                <a:gd name="T4" fmla="*/ 127 w 127"/>
                <a:gd name="T5" fmla="*/ 95 h 95"/>
                <a:gd name="T6" fmla="*/ 0 w 127"/>
                <a:gd name="T7" fmla="*/ 95 h 95"/>
              </a:gdLst>
              <a:ahLst/>
              <a:cxnLst>
                <a:cxn ang="0">
                  <a:pos x="T0" y="T1"/>
                </a:cxn>
                <a:cxn ang="0">
                  <a:pos x="T2" y="T3"/>
                </a:cxn>
                <a:cxn ang="0">
                  <a:pos x="T4" y="T5"/>
                </a:cxn>
                <a:cxn ang="0">
                  <a:pos x="T6" y="T7"/>
                </a:cxn>
              </a:cxnLst>
              <a:rect l="0" t="0" r="r" b="b"/>
              <a:pathLst>
                <a:path w="127" h="95">
                  <a:moveTo>
                    <a:pt x="0" y="95"/>
                  </a:moveTo>
                  <a:lnTo>
                    <a:pt x="64" y="0"/>
                  </a:lnTo>
                  <a:lnTo>
                    <a:pt x="127" y="95"/>
                  </a:lnTo>
                  <a:lnTo>
                    <a:pt x="0" y="95"/>
                  </a:lnTo>
                  <a:close/>
                </a:path>
              </a:pathLst>
            </a:custGeom>
            <a:solidFill>
              <a:srgbClr val="000000"/>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01" name="Freeform 98">
              <a:extLst>
                <a:ext uri="{FF2B5EF4-FFF2-40B4-BE49-F238E27FC236}">
                  <a16:creationId xmlns:a16="http://schemas.microsoft.com/office/drawing/2014/main" id="{A1D072DB-EEC1-4377-AAE5-3FB91744A003}"/>
                </a:ext>
              </a:extLst>
            </p:cNvPr>
            <p:cNvSpPr>
              <a:spLocks/>
            </p:cNvSpPr>
            <p:nvPr/>
          </p:nvSpPr>
          <p:spPr bwMode="auto">
            <a:xfrm>
              <a:off x="4363" y="2069"/>
              <a:ext cx="127" cy="95"/>
            </a:xfrm>
            <a:custGeom>
              <a:avLst/>
              <a:gdLst>
                <a:gd name="T0" fmla="*/ 0 w 127"/>
                <a:gd name="T1" fmla="*/ 95 h 95"/>
                <a:gd name="T2" fmla="*/ 64 w 127"/>
                <a:gd name="T3" fmla="*/ 0 h 95"/>
                <a:gd name="T4" fmla="*/ 127 w 127"/>
                <a:gd name="T5" fmla="*/ 95 h 95"/>
                <a:gd name="T6" fmla="*/ 0 w 127"/>
                <a:gd name="T7" fmla="*/ 95 h 95"/>
              </a:gdLst>
              <a:ahLst/>
              <a:cxnLst>
                <a:cxn ang="0">
                  <a:pos x="T0" y="T1"/>
                </a:cxn>
                <a:cxn ang="0">
                  <a:pos x="T2" y="T3"/>
                </a:cxn>
                <a:cxn ang="0">
                  <a:pos x="T4" y="T5"/>
                </a:cxn>
                <a:cxn ang="0">
                  <a:pos x="T6" y="T7"/>
                </a:cxn>
              </a:cxnLst>
              <a:rect l="0" t="0" r="r" b="b"/>
              <a:pathLst>
                <a:path w="127" h="95">
                  <a:moveTo>
                    <a:pt x="0" y="95"/>
                  </a:moveTo>
                  <a:lnTo>
                    <a:pt x="64" y="0"/>
                  </a:lnTo>
                  <a:lnTo>
                    <a:pt x="127" y="95"/>
                  </a:lnTo>
                  <a:lnTo>
                    <a:pt x="0" y="95"/>
                  </a:lnTo>
                  <a:close/>
                </a:path>
              </a:pathLst>
            </a:custGeom>
            <a:solidFill>
              <a:srgbClr val="FFFFFF"/>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02" name="Rectangle 99">
              <a:extLst>
                <a:ext uri="{FF2B5EF4-FFF2-40B4-BE49-F238E27FC236}">
                  <a16:creationId xmlns:a16="http://schemas.microsoft.com/office/drawing/2014/main" id="{30722D71-32B4-434E-A080-487011B48D81}"/>
                </a:ext>
              </a:extLst>
            </p:cNvPr>
            <p:cNvSpPr>
              <a:spLocks noChangeArrowheads="1"/>
            </p:cNvSpPr>
            <p:nvPr/>
          </p:nvSpPr>
          <p:spPr bwMode="auto">
            <a:xfrm>
              <a:off x="3783" y="3375"/>
              <a:ext cx="1231" cy="460"/>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103" name="Rectangle 100">
              <a:extLst>
                <a:ext uri="{FF2B5EF4-FFF2-40B4-BE49-F238E27FC236}">
                  <a16:creationId xmlns:a16="http://schemas.microsoft.com/office/drawing/2014/main" id="{8621D480-D3CB-4A3F-B870-CB4A9B95242F}"/>
                </a:ext>
              </a:extLst>
            </p:cNvPr>
            <p:cNvSpPr>
              <a:spLocks noChangeArrowheads="1"/>
            </p:cNvSpPr>
            <p:nvPr/>
          </p:nvSpPr>
          <p:spPr bwMode="auto">
            <a:xfrm>
              <a:off x="3783" y="3827"/>
              <a:ext cx="1231" cy="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 name="Rectangle 101">
              <a:extLst>
                <a:ext uri="{FF2B5EF4-FFF2-40B4-BE49-F238E27FC236}">
                  <a16:creationId xmlns:a16="http://schemas.microsoft.com/office/drawing/2014/main" id="{F39CCFD1-03EF-4445-8108-A38762C56A1B}"/>
                </a:ext>
              </a:extLst>
            </p:cNvPr>
            <p:cNvSpPr>
              <a:spLocks noChangeArrowheads="1"/>
            </p:cNvSpPr>
            <p:nvPr/>
          </p:nvSpPr>
          <p:spPr bwMode="auto">
            <a:xfrm>
              <a:off x="3783" y="3819"/>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 name="Rectangle 102">
              <a:extLst>
                <a:ext uri="{FF2B5EF4-FFF2-40B4-BE49-F238E27FC236}">
                  <a16:creationId xmlns:a16="http://schemas.microsoft.com/office/drawing/2014/main" id="{C0696BBE-4977-498C-9AB2-D4E8187E9472}"/>
                </a:ext>
              </a:extLst>
            </p:cNvPr>
            <p:cNvSpPr>
              <a:spLocks noChangeArrowheads="1"/>
            </p:cNvSpPr>
            <p:nvPr/>
          </p:nvSpPr>
          <p:spPr bwMode="auto">
            <a:xfrm>
              <a:off x="3783" y="3811"/>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6" name="Rectangle 103">
              <a:extLst>
                <a:ext uri="{FF2B5EF4-FFF2-40B4-BE49-F238E27FC236}">
                  <a16:creationId xmlns:a16="http://schemas.microsoft.com/office/drawing/2014/main" id="{BA9EF399-95DF-4F78-BDC0-E9EEDE96D707}"/>
                </a:ext>
              </a:extLst>
            </p:cNvPr>
            <p:cNvSpPr>
              <a:spLocks noChangeArrowheads="1"/>
            </p:cNvSpPr>
            <p:nvPr/>
          </p:nvSpPr>
          <p:spPr bwMode="auto">
            <a:xfrm>
              <a:off x="3783" y="3803"/>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 name="Rectangle 104">
              <a:extLst>
                <a:ext uri="{FF2B5EF4-FFF2-40B4-BE49-F238E27FC236}">
                  <a16:creationId xmlns:a16="http://schemas.microsoft.com/office/drawing/2014/main" id="{59DDD7BE-D146-41B5-B037-EEC150418881}"/>
                </a:ext>
              </a:extLst>
            </p:cNvPr>
            <p:cNvSpPr>
              <a:spLocks noChangeArrowheads="1"/>
            </p:cNvSpPr>
            <p:nvPr/>
          </p:nvSpPr>
          <p:spPr bwMode="auto">
            <a:xfrm>
              <a:off x="3783" y="3795"/>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 name="Rectangle 105">
              <a:extLst>
                <a:ext uri="{FF2B5EF4-FFF2-40B4-BE49-F238E27FC236}">
                  <a16:creationId xmlns:a16="http://schemas.microsoft.com/office/drawing/2014/main" id="{7EA0CABC-914B-4F79-8D66-E0A5C6AB8A03}"/>
                </a:ext>
              </a:extLst>
            </p:cNvPr>
            <p:cNvSpPr>
              <a:spLocks noChangeArrowheads="1"/>
            </p:cNvSpPr>
            <p:nvPr/>
          </p:nvSpPr>
          <p:spPr bwMode="auto">
            <a:xfrm>
              <a:off x="3783" y="3787"/>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 name="Rectangle 106">
              <a:extLst>
                <a:ext uri="{FF2B5EF4-FFF2-40B4-BE49-F238E27FC236}">
                  <a16:creationId xmlns:a16="http://schemas.microsoft.com/office/drawing/2014/main" id="{25BAE1C2-A746-4512-A8EF-65D080D13A02}"/>
                </a:ext>
              </a:extLst>
            </p:cNvPr>
            <p:cNvSpPr>
              <a:spLocks noChangeArrowheads="1"/>
            </p:cNvSpPr>
            <p:nvPr/>
          </p:nvSpPr>
          <p:spPr bwMode="auto">
            <a:xfrm>
              <a:off x="3783" y="3779"/>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 name="Rectangle 107">
              <a:extLst>
                <a:ext uri="{FF2B5EF4-FFF2-40B4-BE49-F238E27FC236}">
                  <a16:creationId xmlns:a16="http://schemas.microsoft.com/office/drawing/2014/main" id="{B23AFE05-C96A-4DA0-97EB-7D50D52A90F0}"/>
                </a:ext>
              </a:extLst>
            </p:cNvPr>
            <p:cNvSpPr>
              <a:spLocks noChangeArrowheads="1"/>
            </p:cNvSpPr>
            <p:nvPr/>
          </p:nvSpPr>
          <p:spPr bwMode="auto">
            <a:xfrm>
              <a:off x="3783" y="3771"/>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1" name="Rectangle 108">
              <a:extLst>
                <a:ext uri="{FF2B5EF4-FFF2-40B4-BE49-F238E27FC236}">
                  <a16:creationId xmlns:a16="http://schemas.microsoft.com/office/drawing/2014/main" id="{7EDB0269-2844-4CA5-BC0F-E0A8CD3EE62E}"/>
                </a:ext>
              </a:extLst>
            </p:cNvPr>
            <p:cNvSpPr>
              <a:spLocks noChangeArrowheads="1"/>
            </p:cNvSpPr>
            <p:nvPr/>
          </p:nvSpPr>
          <p:spPr bwMode="auto">
            <a:xfrm>
              <a:off x="3783" y="3763"/>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2" name="Rectangle 109">
              <a:extLst>
                <a:ext uri="{FF2B5EF4-FFF2-40B4-BE49-F238E27FC236}">
                  <a16:creationId xmlns:a16="http://schemas.microsoft.com/office/drawing/2014/main" id="{B8D68A0A-8832-4D97-A0CA-53D097C3D0B1}"/>
                </a:ext>
              </a:extLst>
            </p:cNvPr>
            <p:cNvSpPr>
              <a:spLocks noChangeArrowheads="1"/>
            </p:cNvSpPr>
            <p:nvPr/>
          </p:nvSpPr>
          <p:spPr bwMode="auto">
            <a:xfrm>
              <a:off x="3783" y="3756"/>
              <a:ext cx="1231" cy="7"/>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3" name="Rectangle 110">
              <a:extLst>
                <a:ext uri="{FF2B5EF4-FFF2-40B4-BE49-F238E27FC236}">
                  <a16:creationId xmlns:a16="http://schemas.microsoft.com/office/drawing/2014/main" id="{9FF0F5EA-52B4-4306-AF88-A71D938617AE}"/>
                </a:ext>
              </a:extLst>
            </p:cNvPr>
            <p:cNvSpPr>
              <a:spLocks noChangeArrowheads="1"/>
            </p:cNvSpPr>
            <p:nvPr/>
          </p:nvSpPr>
          <p:spPr bwMode="auto">
            <a:xfrm>
              <a:off x="3783" y="3748"/>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4" name="Rectangle 111">
              <a:extLst>
                <a:ext uri="{FF2B5EF4-FFF2-40B4-BE49-F238E27FC236}">
                  <a16:creationId xmlns:a16="http://schemas.microsoft.com/office/drawing/2014/main" id="{4E5F7455-E226-45B0-8727-5275E85E5016}"/>
                </a:ext>
              </a:extLst>
            </p:cNvPr>
            <p:cNvSpPr>
              <a:spLocks noChangeArrowheads="1"/>
            </p:cNvSpPr>
            <p:nvPr/>
          </p:nvSpPr>
          <p:spPr bwMode="auto">
            <a:xfrm>
              <a:off x="3783" y="3740"/>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5" name="Rectangle 112">
              <a:extLst>
                <a:ext uri="{FF2B5EF4-FFF2-40B4-BE49-F238E27FC236}">
                  <a16:creationId xmlns:a16="http://schemas.microsoft.com/office/drawing/2014/main" id="{64AA5204-5C32-4EE7-8322-44C8338F526F}"/>
                </a:ext>
              </a:extLst>
            </p:cNvPr>
            <p:cNvSpPr>
              <a:spLocks noChangeArrowheads="1"/>
            </p:cNvSpPr>
            <p:nvPr/>
          </p:nvSpPr>
          <p:spPr bwMode="auto">
            <a:xfrm>
              <a:off x="3783" y="3732"/>
              <a:ext cx="1231" cy="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6" name="Rectangle 113">
              <a:extLst>
                <a:ext uri="{FF2B5EF4-FFF2-40B4-BE49-F238E27FC236}">
                  <a16:creationId xmlns:a16="http://schemas.microsoft.com/office/drawing/2014/main" id="{14FF0F72-5D30-4DF1-B1FD-6F6FF31179C4}"/>
                </a:ext>
              </a:extLst>
            </p:cNvPr>
            <p:cNvSpPr>
              <a:spLocks noChangeArrowheads="1"/>
            </p:cNvSpPr>
            <p:nvPr/>
          </p:nvSpPr>
          <p:spPr bwMode="auto">
            <a:xfrm>
              <a:off x="3783" y="3724"/>
              <a:ext cx="1231" cy="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7" name="Rectangle 114">
              <a:extLst>
                <a:ext uri="{FF2B5EF4-FFF2-40B4-BE49-F238E27FC236}">
                  <a16:creationId xmlns:a16="http://schemas.microsoft.com/office/drawing/2014/main" id="{B21FC614-B183-497F-A009-47DCAACAAAE2}"/>
                </a:ext>
              </a:extLst>
            </p:cNvPr>
            <p:cNvSpPr>
              <a:spLocks noChangeArrowheads="1"/>
            </p:cNvSpPr>
            <p:nvPr/>
          </p:nvSpPr>
          <p:spPr bwMode="auto">
            <a:xfrm>
              <a:off x="3783" y="3716"/>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8" name="Rectangle 115">
              <a:extLst>
                <a:ext uri="{FF2B5EF4-FFF2-40B4-BE49-F238E27FC236}">
                  <a16:creationId xmlns:a16="http://schemas.microsoft.com/office/drawing/2014/main" id="{066E5955-F742-4EC1-BA3E-7590F6261D9C}"/>
                </a:ext>
              </a:extLst>
            </p:cNvPr>
            <p:cNvSpPr>
              <a:spLocks noChangeArrowheads="1"/>
            </p:cNvSpPr>
            <p:nvPr/>
          </p:nvSpPr>
          <p:spPr bwMode="auto">
            <a:xfrm>
              <a:off x="3783" y="3375"/>
              <a:ext cx="1231" cy="460"/>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19" name="Rectangle 116">
              <a:extLst>
                <a:ext uri="{FF2B5EF4-FFF2-40B4-BE49-F238E27FC236}">
                  <a16:creationId xmlns:a16="http://schemas.microsoft.com/office/drawing/2014/main" id="{DE5268F6-55AD-499A-B66C-FAB38B51853C}"/>
                </a:ext>
              </a:extLst>
            </p:cNvPr>
            <p:cNvSpPr>
              <a:spLocks noChangeArrowheads="1"/>
            </p:cNvSpPr>
            <p:nvPr/>
          </p:nvSpPr>
          <p:spPr bwMode="auto">
            <a:xfrm>
              <a:off x="3783" y="3542"/>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0" name="Rectangle 117">
              <a:extLst>
                <a:ext uri="{FF2B5EF4-FFF2-40B4-BE49-F238E27FC236}">
                  <a16:creationId xmlns:a16="http://schemas.microsoft.com/office/drawing/2014/main" id="{B5A5BDD0-0397-484B-9B12-23CA7F8C3EA6}"/>
                </a:ext>
              </a:extLst>
            </p:cNvPr>
            <p:cNvSpPr>
              <a:spLocks noChangeArrowheads="1"/>
            </p:cNvSpPr>
            <p:nvPr/>
          </p:nvSpPr>
          <p:spPr bwMode="auto">
            <a:xfrm>
              <a:off x="3783" y="3534"/>
              <a:ext cx="1231" cy="8"/>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1" name="Rectangle 118">
              <a:extLst>
                <a:ext uri="{FF2B5EF4-FFF2-40B4-BE49-F238E27FC236}">
                  <a16:creationId xmlns:a16="http://schemas.microsoft.com/office/drawing/2014/main" id="{2EB4D3F8-6611-40F9-9A66-28F9574F52D6}"/>
                </a:ext>
              </a:extLst>
            </p:cNvPr>
            <p:cNvSpPr>
              <a:spLocks noChangeArrowheads="1"/>
            </p:cNvSpPr>
            <p:nvPr/>
          </p:nvSpPr>
          <p:spPr bwMode="auto">
            <a:xfrm>
              <a:off x="3783" y="3526"/>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2" name="Rectangle 119">
              <a:extLst>
                <a:ext uri="{FF2B5EF4-FFF2-40B4-BE49-F238E27FC236}">
                  <a16:creationId xmlns:a16="http://schemas.microsoft.com/office/drawing/2014/main" id="{7356627E-417B-4CF1-8C52-797A7DDCBD01}"/>
                </a:ext>
              </a:extLst>
            </p:cNvPr>
            <p:cNvSpPr>
              <a:spLocks noChangeArrowheads="1"/>
            </p:cNvSpPr>
            <p:nvPr/>
          </p:nvSpPr>
          <p:spPr bwMode="auto">
            <a:xfrm>
              <a:off x="3783" y="3518"/>
              <a:ext cx="1231" cy="8"/>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3" name="Rectangle 120">
              <a:extLst>
                <a:ext uri="{FF2B5EF4-FFF2-40B4-BE49-F238E27FC236}">
                  <a16:creationId xmlns:a16="http://schemas.microsoft.com/office/drawing/2014/main" id="{E8711AFE-5562-4CCD-B301-5573807BD6E4}"/>
                </a:ext>
              </a:extLst>
            </p:cNvPr>
            <p:cNvSpPr>
              <a:spLocks noChangeArrowheads="1"/>
            </p:cNvSpPr>
            <p:nvPr/>
          </p:nvSpPr>
          <p:spPr bwMode="auto">
            <a:xfrm>
              <a:off x="3783" y="3510"/>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4" name="Rectangle 121">
              <a:extLst>
                <a:ext uri="{FF2B5EF4-FFF2-40B4-BE49-F238E27FC236}">
                  <a16:creationId xmlns:a16="http://schemas.microsoft.com/office/drawing/2014/main" id="{89E4FABA-A668-4602-8229-029805E9D26B}"/>
                </a:ext>
              </a:extLst>
            </p:cNvPr>
            <p:cNvSpPr>
              <a:spLocks noChangeArrowheads="1"/>
            </p:cNvSpPr>
            <p:nvPr/>
          </p:nvSpPr>
          <p:spPr bwMode="auto">
            <a:xfrm>
              <a:off x="3783" y="3502"/>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5" name="Rectangle 122">
              <a:extLst>
                <a:ext uri="{FF2B5EF4-FFF2-40B4-BE49-F238E27FC236}">
                  <a16:creationId xmlns:a16="http://schemas.microsoft.com/office/drawing/2014/main" id="{A7BE01F5-094F-4DB3-8418-8763D54196C3}"/>
                </a:ext>
              </a:extLst>
            </p:cNvPr>
            <p:cNvSpPr>
              <a:spLocks noChangeArrowheads="1"/>
            </p:cNvSpPr>
            <p:nvPr/>
          </p:nvSpPr>
          <p:spPr bwMode="auto">
            <a:xfrm>
              <a:off x="3783" y="3494"/>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6" name="Rectangle 123">
              <a:extLst>
                <a:ext uri="{FF2B5EF4-FFF2-40B4-BE49-F238E27FC236}">
                  <a16:creationId xmlns:a16="http://schemas.microsoft.com/office/drawing/2014/main" id="{34BE1D0C-4173-4256-B52D-7FA6899D11A3}"/>
                </a:ext>
              </a:extLst>
            </p:cNvPr>
            <p:cNvSpPr>
              <a:spLocks noChangeArrowheads="1"/>
            </p:cNvSpPr>
            <p:nvPr/>
          </p:nvSpPr>
          <p:spPr bwMode="auto">
            <a:xfrm>
              <a:off x="3783" y="3486"/>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7" name="Rectangle 124">
              <a:extLst>
                <a:ext uri="{FF2B5EF4-FFF2-40B4-BE49-F238E27FC236}">
                  <a16:creationId xmlns:a16="http://schemas.microsoft.com/office/drawing/2014/main" id="{5CA8972B-BA6E-4AAD-B6C1-73186CF45B37}"/>
                </a:ext>
              </a:extLst>
            </p:cNvPr>
            <p:cNvSpPr>
              <a:spLocks noChangeArrowheads="1"/>
            </p:cNvSpPr>
            <p:nvPr/>
          </p:nvSpPr>
          <p:spPr bwMode="auto">
            <a:xfrm>
              <a:off x="3783" y="3478"/>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8" name="Rectangle 125">
              <a:extLst>
                <a:ext uri="{FF2B5EF4-FFF2-40B4-BE49-F238E27FC236}">
                  <a16:creationId xmlns:a16="http://schemas.microsoft.com/office/drawing/2014/main" id="{4FFE950E-B720-406E-9BA2-218A59440F21}"/>
                </a:ext>
              </a:extLst>
            </p:cNvPr>
            <p:cNvSpPr>
              <a:spLocks noChangeArrowheads="1"/>
            </p:cNvSpPr>
            <p:nvPr/>
          </p:nvSpPr>
          <p:spPr bwMode="auto">
            <a:xfrm>
              <a:off x="3783" y="3470"/>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9" name="Rectangle 126">
              <a:extLst>
                <a:ext uri="{FF2B5EF4-FFF2-40B4-BE49-F238E27FC236}">
                  <a16:creationId xmlns:a16="http://schemas.microsoft.com/office/drawing/2014/main" id="{9BE7436C-A6BB-40BF-978A-621430862C08}"/>
                </a:ext>
              </a:extLst>
            </p:cNvPr>
            <p:cNvSpPr>
              <a:spLocks noChangeArrowheads="1"/>
            </p:cNvSpPr>
            <p:nvPr/>
          </p:nvSpPr>
          <p:spPr bwMode="auto">
            <a:xfrm>
              <a:off x="3783" y="3462"/>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0" name="Rectangle 127">
              <a:extLst>
                <a:ext uri="{FF2B5EF4-FFF2-40B4-BE49-F238E27FC236}">
                  <a16:creationId xmlns:a16="http://schemas.microsoft.com/office/drawing/2014/main" id="{78DCCB5E-418C-4507-AC71-E7A8F61EFF2F}"/>
                </a:ext>
              </a:extLst>
            </p:cNvPr>
            <p:cNvSpPr>
              <a:spLocks noChangeArrowheads="1"/>
            </p:cNvSpPr>
            <p:nvPr/>
          </p:nvSpPr>
          <p:spPr bwMode="auto">
            <a:xfrm>
              <a:off x="3783" y="3455"/>
              <a:ext cx="1231" cy="7"/>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1" name="Rectangle 128">
              <a:extLst>
                <a:ext uri="{FF2B5EF4-FFF2-40B4-BE49-F238E27FC236}">
                  <a16:creationId xmlns:a16="http://schemas.microsoft.com/office/drawing/2014/main" id="{32E958DE-594E-4092-A2C7-A5008220358C}"/>
                </a:ext>
              </a:extLst>
            </p:cNvPr>
            <p:cNvSpPr>
              <a:spLocks noChangeArrowheads="1"/>
            </p:cNvSpPr>
            <p:nvPr/>
          </p:nvSpPr>
          <p:spPr bwMode="auto">
            <a:xfrm>
              <a:off x="3783" y="3447"/>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2" name="Rectangle 129">
              <a:extLst>
                <a:ext uri="{FF2B5EF4-FFF2-40B4-BE49-F238E27FC236}">
                  <a16:creationId xmlns:a16="http://schemas.microsoft.com/office/drawing/2014/main" id="{C6B74C37-3988-4809-B266-5109EDAC648A}"/>
                </a:ext>
              </a:extLst>
            </p:cNvPr>
            <p:cNvSpPr>
              <a:spLocks noChangeArrowheads="1"/>
            </p:cNvSpPr>
            <p:nvPr/>
          </p:nvSpPr>
          <p:spPr bwMode="auto">
            <a:xfrm>
              <a:off x="3783" y="3439"/>
              <a:ext cx="1231" cy="8"/>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3" name="Rectangle 130">
              <a:extLst>
                <a:ext uri="{FF2B5EF4-FFF2-40B4-BE49-F238E27FC236}">
                  <a16:creationId xmlns:a16="http://schemas.microsoft.com/office/drawing/2014/main" id="{2D366FC2-87F6-4844-9FA0-850AE6E3F131}"/>
                </a:ext>
              </a:extLst>
            </p:cNvPr>
            <p:cNvSpPr>
              <a:spLocks noChangeArrowheads="1"/>
            </p:cNvSpPr>
            <p:nvPr/>
          </p:nvSpPr>
          <p:spPr bwMode="auto">
            <a:xfrm>
              <a:off x="3783" y="3431"/>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4" name="Rectangle 131">
              <a:extLst>
                <a:ext uri="{FF2B5EF4-FFF2-40B4-BE49-F238E27FC236}">
                  <a16:creationId xmlns:a16="http://schemas.microsoft.com/office/drawing/2014/main" id="{0081368C-BFCD-4649-B7F0-BEC4B9F22247}"/>
                </a:ext>
              </a:extLst>
            </p:cNvPr>
            <p:cNvSpPr>
              <a:spLocks noChangeArrowheads="1"/>
            </p:cNvSpPr>
            <p:nvPr/>
          </p:nvSpPr>
          <p:spPr bwMode="auto">
            <a:xfrm>
              <a:off x="3783" y="3423"/>
              <a:ext cx="1231" cy="8"/>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5" name="Rectangle 132">
              <a:extLst>
                <a:ext uri="{FF2B5EF4-FFF2-40B4-BE49-F238E27FC236}">
                  <a16:creationId xmlns:a16="http://schemas.microsoft.com/office/drawing/2014/main" id="{9A92B88F-8D44-4E16-B771-6F5D2ABC0874}"/>
                </a:ext>
              </a:extLst>
            </p:cNvPr>
            <p:cNvSpPr>
              <a:spLocks noChangeArrowheads="1"/>
            </p:cNvSpPr>
            <p:nvPr/>
          </p:nvSpPr>
          <p:spPr bwMode="auto">
            <a:xfrm>
              <a:off x="3783" y="3415"/>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6" name="Rectangle 133">
              <a:extLst>
                <a:ext uri="{FF2B5EF4-FFF2-40B4-BE49-F238E27FC236}">
                  <a16:creationId xmlns:a16="http://schemas.microsoft.com/office/drawing/2014/main" id="{E8E13B94-74E9-4FE5-8641-885FD833B91F}"/>
                </a:ext>
              </a:extLst>
            </p:cNvPr>
            <p:cNvSpPr>
              <a:spLocks noChangeArrowheads="1"/>
            </p:cNvSpPr>
            <p:nvPr/>
          </p:nvSpPr>
          <p:spPr bwMode="auto">
            <a:xfrm>
              <a:off x="3783" y="3407"/>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7" name="Rectangle 134">
              <a:extLst>
                <a:ext uri="{FF2B5EF4-FFF2-40B4-BE49-F238E27FC236}">
                  <a16:creationId xmlns:a16="http://schemas.microsoft.com/office/drawing/2014/main" id="{1DE37231-20ED-4926-8C8D-B132C9AFF527}"/>
                </a:ext>
              </a:extLst>
            </p:cNvPr>
            <p:cNvSpPr>
              <a:spLocks noChangeArrowheads="1"/>
            </p:cNvSpPr>
            <p:nvPr/>
          </p:nvSpPr>
          <p:spPr bwMode="auto">
            <a:xfrm>
              <a:off x="3783" y="3399"/>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8" name="Rectangle 135">
              <a:extLst>
                <a:ext uri="{FF2B5EF4-FFF2-40B4-BE49-F238E27FC236}">
                  <a16:creationId xmlns:a16="http://schemas.microsoft.com/office/drawing/2014/main" id="{79C94CB4-AC94-4203-B50F-DD950993B740}"/>
                </a:ext>
              </a:extLst>
            </p:cNvPr>
            <p:cNvSpPr>
              <a:spLocks noChangeArrowheads="1"/>
            </p:cNvSpPr>
            <p:nvPr/>
          </p:nvSpPr>
          <p:spPr bwMode="auto">
            <a:xfrm>
              <a:off x="3783" y="3391"/>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9" name="Rectangle 136">
              <a:extLst>
                <a:ext uri="{FF2B5EF4-FFF2-40B4-BE49-F238E27FC236}">
                  <a16:creationId xmlns:a16="http://schemas.microsoft.com/office/drawing/2014/main" id="{A4757C67-D94A-4E64-BE9A-5D03C80D5562}"/>
                </a:ext>
              </a:extLst>
            </p:cNvPr>
            <p:cNvSpPr>
              <a:spLocks noChangeArrowheads="1"/>
            </p:cNvSpPr>
            <p:nvPr/>
          </p:nvSpPr>
          <p:spPr bwMode="auto">
            <a:xfrm>
              <a:off x="3783" y="3383"/>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0" name="Rectangle 137">
              <a:extLst>
                <a:ext uri="{FF2B5EF4-FFF2-40B4-BE49-F238E27FC236}">
                  <a16:creationId xmlns:a16="http://schemas.microsoft.com/office/drawing/2014/main" id="{3DF33222-E092-4D41-A36B-8B1567C3587E}"/>
                </a:ext>
              </a:extLst>
            </p:cNvPr>
            <p:cNvSpPr>
              <a:spLocks noChangeArrowheads="1"/>
            </p:cNvSpPr>
            <p:nvPr/>
          </p:nvSpPr>
          <p:spPr bwMode="auto">
            <a:xfrm>
              <a:off x="3783" y="3375"/>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1" name="Rectangle 138">
              <a:extLst>
                <a:ext uri="{FF2B5EF4-FFF2-40B4-BE49-F238E27FC236}">
                  <a16:creationId xmlns:a16="http://schemas.microsoft.com/office/drawing/2014/main" id="{5556E2F0-94BB-4009-B06E-D81AA0B7601E}"/>
                </a:ext>
              </a:extLst>
            </p:cNvPr>
            <p:cNvSpPr>
              <a:spLocks noChangeArrowheads="1"/>
            </p:cNvSpPr>
            <p:nvPr/>
          </p:nvSpPr>
          <p:spPr bwMode="auto">
            <a:xfrm>
              <a:off x="3783" y="3375"/>
              <a:ext cx="1231" cy="460"/>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42" name="Rectangle 139">
              <a:extLst>
                <a:ext uri="{FF2B5EF4-FFF2-40B4-BE49-F238E27FC236}">
                  <a16:creationId xmlns:a16="http://schemas.microsoft.com/office/drawing/2014/main" id="{F878EDDB-DED3-400D-867F-20034F539BF2}"/>
                </a:ext>
              </a:extLst>
            </p:cNvPr>
            <p:cNvSpPr>
              <a:spLocks noChangeArrowheads="1"/>
            </p:cNvSpPr>
            <p:nvPr/>
          </p:nvSpPr>
          <p:spPr bwMode="auto">
            <a:xfrm>
              <a:off x="4236" y="3399"/>
              <a:ext cx="302"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3" name="Rectangle 140">
              <a:extLst>
                <a:ext uri="{FF2B5EF4-FFF2-40B4-BE49-F238E27FC236}">
                  <a16:creationId xmlns:a16="http://schemas.microsoft.com/office/drawing/2014/main" id="{4E20DD30-1342-4300-84E7-9A6D8431D2F4}"/>
                </a:ext>
              </a:extLst>
            </p:cNvPr>
            <p:cNvSpPr>
              <a:spLocks noChangeArrowheads="1"/>
            </p:cNvSpPr>
            <p:nvPr/>
          </p:nvSpPr>
          <p:spPr bwMode="auto">
            <a:xfrm>
              <a:off x="4292" y="3399"/>
              <a:ext cx="238"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0" u="none" strike="noStrike" cap="none" normalizeH="0" baseline="0">
                  <a:ln>
                    <a:noFill/>
                  </a:ln>
                  <a:solidFill>
                    <a:srgbClr val="000000"/>
                  </a:solidFill>
                  <a:effectLst/>
                  <a:latin typeface="Tahoma" panose="020B0604030504040204" pitchFamily="34" charset="0"/>
                </a:rPr>
                <a:t>Cow</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144" name="Freeform 141">
              <a:extLst>
                <a:ext uri="{FF2B5EF4-FFF2-40B4-BE49-F238E27FC236}">
                  <a16:creationId xmlns:a16="http://schemas.microsoft.com/office/drawing/2014/main" id="{CCE1ADA7-14ED-48BD-987A-A9EA6C730546}"/>
                </a:ext>
              </a:extLst>
            </p:cNvPr>
            <p:cNvSpPr>
              <a:spLocks/>
            </p:cNvSpPr>
            <p:nvPr/>
          </p:nvSpPr>
          <p:spPr bwMode="auto">
            <a:xfrm>
              <a:off x="3783" y="3550"/>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45" name="Line 142">
              <a:extLst>
                <a:ext uri="{FF2B5EF4-FFF2-40B4-BE49-F238E27FC236}">
                  <a16:creationId xmlns:a16="http://schemas.microsoft.com/office/drawing/2014/main" id="{05AF453E-0D4B-4A5A-AE91-C35CEB8E6DE3}"/>
                </a:ext>
              </a:extLst>
            </p:cNvPr>
            <p:cNvSpPr>
              <a:spLocks noChangeShapeType="1"/>
            </p:cNvSpPr>
            <p:nvPr/>
          </p:nvSpPr>
          <p:spPr bwMode="auto">
            <a:xfrm>
              <a:off x="3783" y="3692"/>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46" name="Line 143">
              <a:extLst>
                <a:ext uri="{FF2B5EF4-FFF2-40B4-BE49-F238E27FC236}">
                  <a16:creationId xmlns:a16="http://schemas.microsoft.com/office/drawing/2014/main" id="{986CE4F1-1985-4437-A84C-28B7C4E247E8}"/>
                </a:ext>
              </a:extLst>
            </p:cNvPr>
            <p:cNvSpPr>
              <a:spLocks noChangeShapeType="1"/>
            </p:cNvSpPr>
            <p:nvPr/>
          </p:nvSpPr>
          <p:spPr bwMode="auto">
            <a:xfrm flipV="1">
              <a:off x="4443" y="2868"/>
              <a:ext cx="0" cy="499"/>
            </a:xfrm>
            <a:prstGeom prst="line">
              <a:avLst/>
            </a:prstGeom>
            <a:noFill/>
            <a:ln w="11113">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47" name="Freeform 144">
              <a:extLst>
                <a:ext uri="{FF2B5EF4-FFF2-40B4-BE49-F238E27FC236}">
                  <a16:creationId xmlns:a16="http://schemas.microsoft.com/office/drawing/2014/main" id="{5E1997B5-EE86-453D-96F8-646498C883ED}"/>
                </a:ext>
              </a:extLst>
            </p:cNvPr>
            <p:cNvSpPr>
              <a:spLocks/>
            </p:cNvSpPr>
            <p:nvPr/>
          </p:nvSpPr>
          <p:spPr bwMode="auto">
            <a:xfrm>
              <a:off x="4379" y="2868"/>
              <a:ext cx="127" cy="96"/>
            </a:xfrm>
            <a:custGeom>
              <a:avLst/>
              <a:gdLst>
                <a:gd name="T0" fmla="*/ 0 w 127"/>
                <a:gd name="T1" fmla="*/ 96 h 96"/>
                <a:gd name="T2" fmla="*/ 64 w 127"/>
                <a:gd name="T3" fmla="*/ 0 h 96"/>
                <a:gd name="T4" fmla="*/ 127 w 127"/>
                <a:gd name="T5" fmla="*/ 96 h 96"/>
                <a:gd name="T6" fmla="*/ 0 w 127"/>
                <a:gd name="T7" fmla="*/ 96 h 96"/>
              </a:gdLst>
              <a:ahLst/>
              <a:cxnLst>
                <a:cxn ang="0">
                  <a:pos x="T0" y="T1"/>
                </a:cxn>
                <a:cxn ang="0">
                  <a:pos x="T2" y="T3"/>
                </a:cxn>
                <a:cxn ang="0">
                  <a:pos x="T4" y="T5"/>
                </a:cxn>
                <a:cxn ang="0">
                  <a:pos x="T6" y="T7"/>
                </a:cxn>
              </a:cxnLst>
              <a:rect l="0" t="0" r="r" b="b"/>
              <a:pathLst>
                <a:path w="127" h="96">
                  <a:moveTo>
                    <a:pt x="0" y="96"/>
                  </a:moveTo>
                  <a:lnTo>
                    <a:pt x="64" y="0"/>
                  </a:lnTo>
                  <a:lnTo>
                    <a:pt x="127" y="96"/>
                  </a:lnTo>
                  <a:lnTo>
                    <a:pt x="0" y="96"/>
                  </a:lnTo>
                  <a:close/>
                </a:path>
              </a:pathLst>
            </a:custGeom>
            <a:solidFill>
              <a:srgbClr val="000000"/>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48" name="Freeform 145">
              <a:extLst>
                <a:ext uri="{FF2B5EF4-FFF2-40B4-BE49-F238E27FC236}">
                  <a16:creationId xmlns:a16="http://schemas.microsoft.com/office/drawing/2014/main" id="{6F3989FF-D4CA-43ED-93FE-0B248DED11CB}"/>
                </a:ext>
              </a:extLst>
            </p:cNvPr>
            <p:cNvSpPr>
              <a:spLocks/>
            </p:cNvSpPr>
            <p:nvPr/>
          </p:nvSpPr>
          <p:spPr bwMode="auto">
            <a:xfrm>
              <a:off x="4379" y="2868"/>
              <a:ext cx="127" cy="96"/>
            </a:xfrm>
            <a:custGeom>
              <a:avLst/>
              <a:gdLst>
                <a:gd name="T0" fmla="*/ 0 w 127"/>
                <a:gd name="T1" fmla="*/ 96 h 96"/>
                <a:gd name="T2" fmla="*/ 64 w 127"/>
                <a:gd name="T3" fmla="*/ 0 h 96"/>
                <a:gd name="T4" fmla="*/ 127 w 127"/>
                <a:gd name="T5" fmla="*/ 96 h 96"/>
                <a:gd name="T6" fmla="*/ 0 w 127"/>
                <a:gd name="T7" fmla="*/ 96 h 96"/>
              </a:gdLst>
              <a:ahLst/>
              <a:cxnLst>
                <a:cxn ang="0">
                  <a:pos x="T0" y="T1"/>
                </a:cxn>
                <a:cxn ang="0">
                  <a:pos x="T2" y="T3"/>
                </a:cxn>
                <a:cxn ang="0">
                  <a:pos x="T4" y="T5"/>
                </a:cxn>
                <a:cxn ang="0">
                  <a:pos x="T6" y="T7"/>
                </a:cxn>
              </a:cxnLst>
              <a:rect l="0" t="0" r="r" b="b"/>
              <a:pathLst>
                <a:path w="127" h="96">
                  <a:moveTo>
                    <a:pt x="0" y="96"/>
                  </a:moveTo>
                  <a:lnTo>
                    <a:pt x="64" y="0"/>
                  </a:lnTo>
                  <a:lnTo>
                    <a:pt x="127" y="96"/>
                  </a:lnTo>
                  <a:lnTo>
                    <a:pt x="0" y="96"/>
                  </a:lnTo>
                  <a:close/>
                </a:path>
              </a:pathLst>
            </a:custGeom>
            <a:solidFill>
              <a:srgbClr val="FFFFFF"/>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49" name="Rectangle 50">
              <a:extLst>
                <a:ext uri="{FF2B5EF4-FFF2-40B4-BE49-F238E27FC236}">
                  <a16:creationId xmlns:a16="http://schemas.microsoft.com/office/drawing/2014/main" id="{492A2398-4849-4CE3-952C-CB32BBD811D3}"/>
                </a:ext>
              </a:extLst>
            </p:cNvPr>
            <p:cNvSpPr>
              <a:spLocks noChangeArrowheads="1"/>
            </p:cNvSpPr>
            <p:nvPr/>
          </p:nvSpPr>
          <p:spPr bwMode="auto">
            <a:xfrm>
              <a:off x="3998" y="2704"/>
              <a:ext cx="54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LID4096" sz="1100" b="0" i="1" u="none" strike="noStrike" cap="none" normalizeH="0" baseline="0" dirty="0" err="1">
                  <a:ln>
                    <a:noFill/>
                  </a:ln>
                  <a:solidFill>
                    <a:srgbClr val="000000"/>
                  </a:solidFill>
                  <a:effectLst/>
                  <a:latin typeface="Tahoma" panose="020B0604030504040204" pitchFamily="34" charset="0"/>
                </a:rPr>
                <a:t>getMilk</a:t>
              </a:r>
              <a:r>
                <a:rPr kumimoji="0" lang="LID4096" altLang="LID4096" sz="1100" b="0" i="1" u="none" strike="noStrike" cap="none" normalizeH="0" baseline="0" dirty="0">
                  <a:ln>
                    <a:noFill/>
                  </a:ln>
                  <a:solidFill>
                    <a:srgbClr val="000000"/>
                  </a:solidFill>
                  <a:effectLst/>
                  <a:latin typeface="Tahoma" panose="020B0604030504040204" pitchFamily="34" charset="0"/>
                </a:rPr>
                <a:t>():void</a:t>
              </a: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grpSp>
      <p:cxnSp>
        <p:nvCxnSpPr>
          <p:cNvPr id="153" name="Straight Connector 152">
            <a:extLst>
              <a:ext uri="{FF2B5EF4-FFF2-40B4-BE49-F238E27FC236}">
                <a16:creationId xmlns:a16="http://schemas.microsoft.com/office/drawing/2014/main" id="{90EB8EC7-CE4D-4F6E-8981-B09B0D5BD80C}"/>
              </a:ext>
            </a:extLst>
          </p:cNvPr>
          <p:cNvCxnSpPr/>
          <p:nvPr/>
        </p:nvCxnSpPr>
        <p:spPr>
          <a:xfrm flipH="1">
            <a:off x="264220" y="4402737"/>
            <a:ext cx="2174180" cy="0"/>
          </a:xfrm>
          <a:prstGeom prst="line">
            <a:avLst/>
          </a:prstGeom>
          <a:ln w="254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54" name="Straight Connector 153">
            <a:extLst>
              <a:ext uri="{FF2B5EF4-FFF2-40B4-BE49-F238E27FC236}">
                <a16:creationId xmlns:a16="http://schemas.microsoft.com/office/drawing/2014/main" id="{C1B51E63-072A-46D2-9B9D-51DF81FD1E3C}"/>
              </a:ext>
            </a:extLst>
          </p:cNvPr>
          <p:cNvCxnSpPr>
            <a:cxnSpLocks/>
          </p:cNvCxnSpPr>
          <p:nvPr/>
        </p:nvCxnSpPr>
        <p:spPr>
          <a:xfrm flipH="1">
            <a:off x="264220" y="5904772"/>
            <a:ext cx="2579588" cy="0"/>
          </a:xfrm>
          <a:prstGeom prst="line">
            <a:avLst/>
          </a:prstGeom>
          <a:ln w="254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55767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D6263DE-3659-46C5-AB1D-CE67F4512144}"/>
              </a:ext>
            </a:extLst>
          </p:cNvPr>
          <p:cNvSpPr>
            <a:spLocks noGrp="1"/>
          </p:cNvSpPr>
          <p:nvPr>
            <p:ph idx="1"/>
          </p:nvPr>
        </p:nvSpPr>
        <p:spPr>
          <a:xfrm>
            <a:off x="105697" y="1196752"/>
            <a:ext cx="8786783" cy="4840256"/>
          </a:xfrm>
        </p:spPr>
        <p:txBody>
          <a:bodyPr>
            <a:normAutofit fontScale="25000" lnSpcReduction="20000"/>
          </a:bodyPr>
          <a:lstStyle/>
          <a:p>
            <a:pPr marL="0" indent="0">
              <a:lnSpc>
                <a:spcPct val="120000"/>
              </a:lnSpc>
              <a:spcAft>
                <a:spcPts val="600"/>
              </a:spcAft>
              <a:buNone/>
            </a:pPr>
            <a:r>
              <a:rPr lang="en-US" sz="8000" dirty="0">
                <a:solidFill>
                  <a:srgbClr val="7F0055"/>
                </a:solidFill>
                <a:latin typeface="Consolas" panose="020B0609020204030204" pitchFamily="49" charset="0"/>
              </a:rPr>
              <a:t>public</a:t>
            </a:r>
            <a:r>
              <a:rPr lang="en-US" sz="8000" dirty="0">
                <a:solidFill>
                  <a:srgbClr val="000000"/>
                </a:solidFill>
                <a:latin typeface="Consolas" panose="020B0609020204030204" pitchFamily="49" charset="0"/>
              </a:rPr>
              <a:t> </a:t>
            </a:r>
            <a:r>
              <a:rPr lang="en-US" sz="8000" dirty="0">
                <a:solidFill>
                  <a:srgbClr val="7F0055"/>
                </a:solidFill>
                <a:latin typeface="Consolas" panose="020B0609020204030204" pitchFamily="49" charset="0"/>
              </a:rPr>
              <a:t>static</a:t>
            </a:r>
            <a:r>
              <a:rPr lang="en-US" sz="8000" dirty="0">
                <a:solidFill>
                  <a:srgbClr val="000000"/>
                </a:solidFill>
                <a:latin typeface="Consolas" panose="020B0609020204030204" pitchFamily="49" charset="0"/>
              </a:rPr>
              <a:t> </a:t>
            </a:r>
            <a:r>
              <a:rPr lang="en-US" sz="8000" dirty="0">
                <a:solidFill>
                  <a:srgbClr val="7F0055"/>
                </a:solidFill>
                <a:latin typeface="Consolas" panose="020B0609020204030204" pitchFamily="49" charset="0"/>
              </a:rPr>
              <a:t>void</a:t>
            </a:r>
            <a:r>
              <a:rPr lang="en-US" sz="8000" dirty="0">
                <a:solidFill>
                  <a:srgbClr val="000000"/>
                </a:solidFill>
                <a:latin typeface="Consolas" panose="020B0609020204030204" pitchFamily="49" charset="0"/>
              </a:rPr>
              <a:t> </a:t>
            </a:r>
            <a:r>
              <a:rPr lang="en-US" sz="8000" dirty="0" err="1">
                <a:solidFill>
                  <a:srgbClr val="000000"/>
                </a:solidFill>
                <a:latin typeface="Consolas" panose="020B0609020204030204" pitchFamily="49" charset="0"/>
              </a:rPr>
              <a:t>mammalsFunc</a:t>
            </a:r>
            <a:r>
              <a:rPr lang="en-US" sz="8000" dirty="0">
                <a:solidFill>
                  <a:srgbClr val="000000"/>
                </a:solidFill>
                <a:latin typeface="Consolas" panose="020B0609020204030204" pitchFamily="49" charset="0"/>
              </a:rPr>
              <a:t>(List&lt;Mammal&gt; </a:t>
            </a:r>
            <a:r>
              <a:rPr lang="en-US" sz="8000" dirty="0">
                <a:solidFill>
                  <a:srgbClr val="6A3E3E"/>
                </a:solidFill>
                <a:latin typeface="Consolas" panose="020B0609020204030204" pitchFamily="49" charset="0"/>
              </a:rPr>
              <a:t>mammals</a:t>
            </a:r>
            <a:r>
              <a:rPr lang="en-US" sz="8000" dirty="0">
                <a:solidFill>
                  <a:srgbClr val="000000"/>
                </a:solidFill>
                <a:latin typeface="Consolas" panose="020B0609020204030204" pitchFamily="49" charset="0"/>
              </a:rPr>
              <a:t>) {</a:t>
            </a:r>
          </a:p>
          <a:p>
            <a:pPr marL="0" indent="0">
              <a:lnSpc>
                <a:spcPct val="120000"/>
              </a:lnSpc>
              <a:spcAft>
                <a:spcPts val="600"/>
              </a:spcAft>
              <a:buNone/>
            </a:pPr>
            <a:r>
              <a:rPr lang="en-US" sz="8000" dirty="0">
                <a:solidFill>
                  <a:srgbClr val="7F0055"/>
                </a:solidFill>
                <a:latin typeface="Consolas" panose="020B0609020204030204" pitchFamily="49" charset="0"/>
              </a:rPr>
              <a:t>	for</a:t>
            </a:r>
            <a:r>
              <a:rPr lang="en-US" sz="8000" dirty="0">
                <a:solidFill>
                  <a:srgbClr val="000000"/>
                </a:solidFill>
                <a:latin typeface="Consolas" panose="020B0609020204030204" pitchFamily="49" charset="0"/>
              </a:rPr>
              <a:t> (Mammal </a:t>
            </a:r>
            <a:r>
              <a:rPr lang="en-US" sz="8000" dirty="0" err="1">
                <a:solidFill>
                  <a:srgbClr val="6A3E3E"/>
                </a:solidFill>
                <a:latin typeface="Consolas" panose="020B0609020204030204" pitchFamily="49" charset="0"/>
              </a:rPr>
              <a:t>mammal</a:t>
            </a:r>
            <a:r>
              <a:rPr lang="en-US" sz="8000" dirty="0" err="1">
                <a:solidFill>
                  <a:srgbClr val="000000"/>
                </a:solidFill>
                <a:latin typeface="Consolas" panose="020B0609020204030204" pitchFamily="49" charset="0"/>
              </a:rPr>
              <a:t>:</a:t>
            </a:r>
            <a:r>
              <a:rPr lang="en-US" sz="8000" dirty="0" err="1">
                <a:solidFill>
                  <a:srgbClr val="6A3E3E"/>
                </a:solidFill>
                <a:latin typeface="Consolas" panose="020B0609020204030204" pitchFamily="49" charset="0"/>
              </a:rPr>
              <a:t>mammals</a:t>
            </a:r>
            <a:r>
              <a:rPr lang="en-US" sz="8000" dirty="0">
                <a:solidFill>
                  <a:srgbClr val="000000"/>
                </a:solidFill>
                <a:latin typeface="Consolas" panose="020B0609020204030204" pitchFamily="49" charset="0"/>
              </a:rPr>
              <a:t>) {</a:t>
            </a:r>
          </a:p>
          <a:p>
            <a:pPr marL="0" indent="0">
              <a:lnSpc>
                <a:spcPct val="120000"/>
              </a:lnSpc>
              <a:spcAft>
                <a:spcPts val="600"/>
              </a:spcAft>
              <a:buNone/>
            </a:pPr>
            <a:r>
              <a:rPr lang="en-US" sz="8000" dirty="0">
                <a:solidFill>
                  <a:srgbClr val="6A3E3E"/>
                </a:solidFill>
                <a:latin typeface="Consolas" panose="020B0609020204030204" pitchFamily="49" charset="0"/>
              </a:rPr>
              <a:t>		</a:t>
            </a:r>
            <a:r>
              <a:rPr lang="en-US" sz="8000" dirty="0" err="1">
                <a:solidFill>
                  <a:srgbClr val="6A3E3E"/>
                </a:solidFill>
                <a:latin typeface="Consolas" panose="020B0609020204030204" pitchFamily="49" charset="0"/>
              </a:rPr>
              <a:t>mammal</a:t>
            </a:r>
            <a:r>
              <a:rPr lang="en-US" sz="8000" dirty="0" err="1">
                <a:solidFill>
                  <a:srgbClr val="000000"/>
                </a:solidFill>
                <a:latin typeface="Consolas" panose="020B0609020204030204" pitchFamily="49" charset="0"/>
              </a:rPr>
              <a:t>.getMilk</a:t>
            </a:r>
            <a:r>
              <a:rPr lang="en-US" sz="8000" dirty="0">
                <a:solidFill>
                  <a:srgbClr val="000000"/>
                </a:solidFill>
                <a:latin typeface="Consolas" panose="020B0609020204030204" pitchFamily="49" charset="0"/>
              </a:rPr>
              <a:t>();</a:t>
            </a:r>
          </a:p>
          <a:p>
            <a:pPr marL="0" indent="0">
              <a:lnSpc>
                <a:spcPct val="120000"/>
              </a:lnSpc>
              <a:spcAft>
                <a:spcPts val="600"/>
              </a:spcAft>
              <a:buNone/>
            </a:pPr>
            <a:r>
              <a:rPr lang="en-US" sz="8000" dirty="0"/>
              <a:t>	</a:t>
            </a:r>
            <a:r>
              <a:rPr lang="en-US" sz="8000" dirty="0">
                <a:solidFill>
                  <a:srgbClr val="000000"/>
                </a:solidFill>
                <a:latin typeface="Consolas" panose="020B0609020204030204" pitchFamily="49" charset="0"/>
              </a:rPr>
              <a:t>}</a:t>
            </a:r>
          </a:p>
          <a:p>
            <a:pPr marL="0" indent="0">
              <a:lnSpc>
                <a:spcPct val="120000"/>
              </a:lnSpc>
              <a:spcAft>
                <a:spcPts val="600"/>
              </a:spcAft>
              <a:buNone/>
            </a:pPr>
            <a:r>
              <a:rPr lang="en-US" sz="8000" dirty="0"/>
              <a:t>	</a:t>
            </a:r>
            <a:r>
              <a:rPr lang="en-US" sz="8000" dirty="0" err="1">
                <a:solidFill>
                  <a:srgbClr val="6A3E3E"/>
                </a:solidFill>
                <a:latin typeface="Consolas" panose="020B0609020204030204" pitchFamily="49" charset="0"/>
              </a:rPr>
              <a:t>mammals</a:t>
            </a:r>
            <a:r>
              <a:rPr lang="en-US" sz="8000" dirty="0" err="1">
                <a:solidFill>
                  <a:schemeClr val="tx1"/>
                </a:solidFill>
                <a:latin typeface="Consolas" panose="020B0609020204030204" pitchFamily="49" charset="0"/>
              </a:rPr>
              <a:t>.add</a:t>
            </a:r>
            <a:r>
              <a:rPr lang="en-US" sz="8000" dirty="0">
                <a:solidFill>
                  <a:schemeClr val="tx1"/>
                </a:solidFill>
                <a:latin typeface="Consolas" panose="020B0609020204030204" pitchFamily="49" charset="0"/>
              </a:rPr>
              <a:t>(new Lion());</a:t>
            </a:r>
            <a:endParaRPr lang="en-US" sz="8000" dirty="0">
              <a:solidFill>
                <a:schemeClr val="tx1"/>
              </a:solidFill>
            </a:endParaRPr>
          </a:p>
          <a:p>
            <a:pPr marL="0" indent="0">
              <a:lnSpc>
                <a:spcPct val="120000"/>
              </a:lnSpc>
              <a:spcAft>
                <a:spcPts val="600"/>
              </a:spcAft>
              <a:buNone/>
            </a:pPr>
            <a:r>
              <a:rPr lang="en-US" sz="8000" dirty="0">
                <a:solidFill>
                  <a:srgbClr val="000000"/>
                </a:solidFill>
                <a:latin typeface="Consolas" panose="020B0609020204030204" pitchFamily="49" charset="0"/>
              </a:rPr>
              <a:t>}</a:t>
            </a:r>
          </a:p>
          <a:p>
            <a:pPr marL="0" indent="0">
              <a:lnSpc>
                <a:spcPct val="120000"/>
              </a:lnSpc>
              <a:spcAft>
                <a:spcPts val="600"/>
              </a:spcAft>
              <a:buNone/>
            </a:pPr>
            <a:r>
              <a:rPr lang="en-US" sz="8000" dirty="0"/>
              <a:t>…</a:t>
            </a:r>
          </a:p>
          <a:p>
            <a:pPr marL="0" indent="0">
              <a:lnSpc>
                <a:spcPct val="120000"/>
              </a:lnSpc>
              <a:spcAft>
                <a:spcPts val="600"/>
              </a:spcAft>
              <a:buNone/>
            </a:pPr>
            <a:r>
              <a:rPr lang="en-US" sz="8000" dirty="0">
                <a:solidFill>
                  <a:srgbClr val="000000"/>
                </a:solidFill>
                <a:latin typeface="Consolas" panose="020B0609020204030204" pitchFamily="49" charset="0"/>
              </a:rPr>
              <a:t>List&lt;Cow&gt; </a:t>
            </a:r>
            <a:r>
              <a:rPr lang="en-US" sz="8000" dirty="0">
                <a:solidFill>
                  <a:srgbClr val="6A3E3E"/>
                </a:solidFill>
                <a:latin typeface="Consolas" panose="020B0609020204030204" pitchFamily="49" charset="0"/>
              </a:rPr>
              <a:t>cows</a:t>
            </a:r>
            <a:r>
              <a:rPr lang="en-US" sz="8000" dirty="0">
                <a:solidFill>
                  <a:srgbClr val="000000"/>
                </a:solidFill>
                <a:latin typeface="Consolas" panose="020B0609020204030204" pitchFamily="49" charset="0"/>
              </a:rPr>
              <a:t> = new </a:t>
            </a:r>
            <a:r>
              <a:rPr lang="en-US" sz="8000" dirty="0" err="1">
                <a:solidFill>
                  <a:srgbClr val="000000"/>
                </a:solidFill>
                <a:latin typeface="Consolas" panose="020B0609020204030204" pitchFamily="49" charset="0"/>
              </a:rPr>
              <a:t>ArrayList</a:t>
            </a:r>
            <a:r>
              <a:rPr lang="en-US" sz="8000" dirty="0">
                <a:solidFill>
                  <a:srgbClr val="000000"/>
                </a:solidFill>
                <a:latin typeface="Consolas" panose="020B0609020204030204" pitchFamily="49" charset="0"/>
              </a:rPr>
              <a:t>();</a:t>
            </a:r>
          </a:p>
          <a:p>
            <a:pPr marL="0" indent="0">
              <a:lnSpc>
                <a:spcPct val="120000"/>
              </a:lnSpc>
              <a:spcAft>
                <a:spcPts val="600"/>
              </a:spcAft>
              <a:buNone/>
            </a:pPr>
            <a:r>
              <a:rPr lang="en-US" sz="8000" dirty="0" err="1">
                <a:solidFill>
                  <a:srgbClr val="6A3E3E"/>
                </a:solidFill>
                <a:latin typeface="Consolas" panose="020B0609020204030204" pitchFamily="49" charset="0"/>
              </a:rPr>
              <a:t>cows</a:t>
            </a:r>
            <a:r>
              <a:rPr lang="en-US" sz="8000" dirty="0" err="1">
                <a:solidFill>
                  <a:srgbClr val="000000"/>
                </a:solidFill>
                <a:latin typeface="Consolas" panose="020B0609020204030204" pitchFamily="49" charset="0"/>
              </a:rPr>
              <a:t>.add</a:t>
            </a:r>
            <a:r>
              <a:rPr lang="en-US" sz="8000" dirty="0">
                <a:solidFill>
                  <a:srgbClr val="000000"/>
                </a:solidFill>
                <a:latin typeface="Consolas" panose="020B0609020204030204" pitchFamily="49" charset="0"/>
              </a:rPr>
              <a:t>(new Cow());</a:t>
            </a:r>
          </a:p>
          <a:p>
            <a:pPr marL="0" indent="0">
              <a:lnSpc>
                <a:spcPct val="120000"/>
              </a:lnSpc>
              <a:spcAft>
                <a:spcPts val="600"/>
              </a:spcAft>
              <a:buNone/>
            </a:pPr>
            <a:r>
              <a:rPr lang="en-US" sz="8000" dirty="0" err="1">
                <a:solidFill>
                  <a:srgbClr val="000000"/>
                </a:solidFill>
                <a:latin typeface="Consolas" panose="020B0609020204030204" pitchFamily="49" charset="0"/>
              </a:rPr>
              <a:t>mammalsFunc</a:t>
            </a:r>
            <a:r>
              <a:rPr lang="en-US" sz="8000" i="1" dirty="0">
                <a:solidFill>
                  <a:srgbClr val="000000"/>
                </a:solidFill>
                <a:latin typeface="Consolas" panose="020B0609020204030204" pitchFamily="49" charset="0"/>
              </a:rPr>
              <a:t>(</a:t>
            </a:r>
            <a:r>
              <a:rPr lang="en-US" sz="8000" i="1" dirty="0">
                <a:solidFill>
                  <a:srgbClr val="6A3E3E"/>
                </a:solidFill>
                <a:latin typeface="Consolas" panose="020B0609020204030204" pitchFamily="49" charset="0"/>
              </a:rPr>
              <a:t>cows</a:t>
            </a:r>
            <a:r>
              <a:rPr lang="en-US" sz="8000" i="1" dirty="0">
                <a:solidFill>
                  <a:srgbClr val="000000"/>
                </a:solidFill>
                <a:latin typeface="Consolas" panose="020B0609020204030204" pitchFamily="49" charset="0"/>
              </a:rPr>
              <a:t>);</a:t>
            </a:r>
          </a:p>
          <a:p>
            <a:pPr marL="0" indent="0">
              <a:lnSpc>
                <a:spcPct val="120000"/>
              </a:lnSpc>
              <a:spcAft>
                <a:spcPts val="600"/>
              </a:spcAft>
              <a:buNone/>
            </a:pPr>
            <a:r>
              <a:rPr lang="en-US" sz="8000" dirty="0">
                <a:solidFill>
                  <a:srgbClr val="000000"/>
                </a:solidFill>
                <a:latin typeface="Consolas" panose="020B0609020204030204" pitchFamily="49" charset="0"/>
              </a:rPr>
              <a:t>List&lt;Animal&gt; </a:t>
            </a:r>
            <a:r>
              <a:rPr lang="en-US" sz="8000" dirty="0">
                <a:solidFill>
                  <a:srgbClr val="6A3E3E"/>
                </a:solidFill>
                <a:latin typeface="Consolas" panose="020B0609020204030204" pitchFamily="49" charset="0"/>
              </a:rPr>
              <a:t>animals</a:t>
            </a:r>
            <a:r>
              <a:rPr lang="en-US" sz="8000" dirty="0">
                <a:solidFill>
                  <a:srgbClr val="000000"/>
                </a:solidFill>
                <a:latin typeface="Consolas" panose="020B0609020204030204" pitchFamily="49" charset="0"/>
              </a:rPr>
              <a:t> = new </a:t>
            </a:r>
            <a:r>
              <a:rPr lang="en-US" sz="8000" dirty="0" err="1">
                <a:solidFill>
                  <a:srgbClr val="000000"/>
                </a:solidFill>
                <a:latin typeface="Consolas" panose="020B0609020204030204" pitchFamily="49" charset="0"/>
              </a:rPr>
              <a:t>ArrayList</a:t>
            </a:r>
            <a:r>
              <a:rPr lang="en-US" sz="8000" dirty="0">
                <a:solidFill>
                  <a:srgbClr val="000000"/>
                </a:solidFill>
                <a:latin typeface="Consolas" panose="020B0609020204030204" pitchFamily="49" charset="0"/>
              </a:rPr>
              <a:t>();</a:t>
            </a:r>
          </a:p>
          <a:p>
            <a:pPr marL="0" indent="0">
              <a:lnSpc>
                <a:spcPct val="120000"/>
              </a:lnSpc>
              <a:spcAft>
                <a:spcPts val="600"/>
              </a:spcAft>
              <a:buNone/>
            </a:pPr>
            <a:r>
              <a:rPr lang="en-US" sz="8000" dirty="0" err="1">
                <a:solidFill>
                  <a:srgbClr val="6A3E3E"/>
                </a:solidFill>
                <a:latin typeface="Consolas" panose="020B0609020204030204" pitchFamily="49" charset="0"/>
              </a:rPr>
              <a:t>animals</a:t>
            </a:r>
            <a:r>
              <a:rPr lang="en-US" sz="8000" dirty="0" err="1">
                <a:solidFill>
                  <a:srgbClr val="000000"/>
                </a:solidFill>
                <a:latin typeface="Consolas" panose="020B0609020204030204" pitchFamily="49" charset="0"/>
              </a:rPr>
              <a:t>.add</a:t>
            </a:r>
            <a:r>
              <a:rPr lang="en-US" sz="8000" dirty="0">
                <a:solidFill>
                  <a:srgbClr val="000000"/>
                </a:solidFill>
                <a:latin typeface="Consolas" panose="020B0609020204030204" pitchFamily="49" charset="0"/>
              </a:rPr>
              <a:t>(new Parrot());</a:t>
            </a:r>
          </a:p>
          <a:p>
            <a:pPr marL="0" indent="0">
              <a:lnSpc>
                <a:spcPct val="120000"/>
              </a:lnSpc>
              <a:spcAft>
                <a:spcPts val="600"/>
              </a:spcAft>
              <a:buNone/>
            </a:pPr>
            <a:r>
              <a:rPr lang="en-US" sz="8000" dirty="0" err="1">
                <a:solidFill>
                  <a:srgbClr val="000000"/>
                </a:solidFill>
                <a:latin typeface="Consolas" panose="020B0609020204030204" pitchFamily="49" charset="0"/>
              </a:rPr>
              <a:t>mammalsFunc</a:t>
            </a:r>
            <a:r>
              <a:rPr lang="en-US" sz="8000" i="1" dirty="0">
                <a:solidFill>
                  <a:srgbClr val="000000"/>
                </a:solidFill>
                <a:latin typeface="Consolas" panose="020B0609020204030204" pitchFamily="49" charset="0"/>
              </a:rPr>
              <a:t>(</a:t>
            </a:r>
            <a:r>
              <a:rPr lang="en-US" sz="8000" i="1" dirty="0">
                <a:solidFill>
                  <a:srgbClr val="6A3E3E"/>
                </a:solidFill>
                <a:latin typeface="Consolas" panose="020B0609020204030204" pitchFamily="49" charset="0"/>
              </a:rPr>
              <a:t>animals</a:t>
            </a:r>
            <a:r>
              <a:rPr lang="en-US" sz="8000" i="1" dirty="0">
                <a:solidFill>
                  <a:srgbClr val="000000"/>
                </a:solidFill>
                <a:latin typeface="Consolas" panose="020B0609020204030204" pitchFamily="49" charset="0"/>
              </a:rPr>
              <a:t>);</a:t>
            </a:r>
          </a:p>
          <a:p>
            <a:pPr marL="0" indent="0">
              <a:lnSpc>
                <a:spcPct val="120000"/>
              </a:lnSpc>
              <a:spcAft>
                <a:spcPts val="600"/>
              </a:spcAft>
              <a:buNone/>
            </a:pPr>
            <a:endParaRPr lang="en-US" sz="8000" i="1" dirty="0">
              <a:solidFill>
                <a:srgbClr val="000000"/>
              </a:solidFill>
              <a:latin typeface="Consolas" panose="020B0609020204030204" pitchFamily="49" charset="0"/>
            </a:endParaRPr>
          </a:p>
          <a:p>
            <a:pPr marL="0" indent="0">
              <a:lnSpc>
                <a:spcPct val="120000"/>
              </a:lnSpc>
              <a:spcAft>
                <a:spcPts val="600"/>
              </a:spcAft>
              <a:buNone/>
            </a:pPr>
            <a:endParaRPr lang="en-US" sz="8000" i="1" dirty="0">
              <a:solidFill>
                <a:srgbClr val="000000"/>
              </a:solidFill>
              <a:latin typeface="Consolas" panose="020B0609020204030204" pitchFamily="49" charset="0"/>
            </a:endParaRPr>
          </a:p>
          <a:p>
            <a:pPr marL="0" indent="0">
              <a:buNone/>
            </a:pPr>
            <a:endParaRPr lang="he-IL" sz="2000" dirty="0"/>
          </a:p>
        </p:txBody>
      </p:sp>
      <p:sp>
        <p:nvSpPr>
          <p:cNvPr id="2" name="Title 1">
            <a:extLst>
              <a:ext uri="{FF2B5EF4-FFF2-40B4-BE49-F238E27FC236}">
                <a16:creationId xmlns:a16="http://schemas.microsoft.com/office/drawing/2014/main" id="{63425F5C-8047-477C-B619-99BFB2FD7FA1}"/>
              </a:ext>
            </a:extLst>
          </p:cNvPr>
          <p:cNvSpPr>
            <a:spLocks noGrp="1"/>
          </p:cNvSpPr>
          <p:nvPr>
            <p:ph type="title"/>
          </p:nvPr>
        </p:nvSpPr>
        <p:spPr/>
        <p:txBody>
          <a:bodyPr/>
          <a:lstStyle/>
          <a:p>
            <a:pPr algn="r" rtl="1"/>
            <a:r>
              <a:rPr lang="he-IL" dirty="0"/>
              <a:t>מה יקרה אילו...</a:t>
            </a:r>
          </a:p>
        </p:txBody>
      </p:sp>
      <p:sp>
        <p:nvSpPr>
          <p:cNvPr id="7" name="Date Placeholder 6">
            <a:extLst>
              <a:ext uri="{FF2B5EF4-FFF2-40B4-BE49-F238E27FC236}">
                <a16:creationId xmlns:a16="http://schemas.microsoft.com/office/drawing/2014/main" id="{E4242CBA-2B5A-4750-B34C-9A347440F828}"/>
              </a:ext>
            </a:extLst>
          </p:cNvPr>
          <p:cNvSpPr>
            <a:spLocks noGrp="1"/>
          </p:cNvSpPr>
          <p:nvPr>
            <p:ph type="dt" sz="half" idx="10"/>
          </p:nvPr>
        </p:nvSpPr>
        <p:spPr/>
        <p:txBody>
          <a:bodyPr/>
          <a:lstStyle/>
          <a:p>
            <a:fld id="{D12E099C-4B2B-4AC0-9639-66BEE9F31CD4}" type="datetime8">
              <a:rPr lang="he-IL" smtClean="0"/>
              <a:t>19 אפריל 26</a:t>
            </a:fld>
            <a:endParaRPr lang="en-US" dirty="0"/>
          </a:p>
        </p:txBody>
      </p:sp>
      <p:sp>
        <p:nvSpPr>
          <p:cNvPr id="11" name="Footer Placeholder 10">
            <a:extLst>
              <a:ext uri="{FF2B5EF4-FFF2-40B4-BE49-F238E27FC236}">
                <a16:creationId xmlns:a16="http://schemas.microsoft.com/office/drawing/2014/main" id="{C89455D1-A406-4D9F-A87B-459AE4BFF3B8}"/>
              </a:ext>
            </a:extLst>
          </p:cNvPr>
          <p:cNvSpPr>
            <a:spLocks noGrp="1"/>
          </p:cNvSpPr>
          <p:nvPr>
            <p:ph type="ftr" sz="quarter" idx="11"/>
          </p:nvPr>
        </p:nvSpPr>
        <p:spPr/>
        <p:txBody>
          <a:bodyPr/>
          <a:lstStyle/>
          <a:p>
            <a:r>
              <a:rPr lang="he-IL"/>
              <a:t>עיצוב ותכנות מונחה עצמים מתקדם</a:t>
            </a:r>
            <a:endParaRPr lang="en-US"/>
          </a:p>
        </p:txBody>
      </p:sp>
      <p:sp>
        <p:nvSpPr>
          <p:cNvPr id="12" name="Slide Number Placeholder 11">
            <a:extLst>
              <a:ext uri="{FF2B5EF4-FFF2-40B4-BE49-F238E27FC236}">
                <a16:creationId xmlns:a16="http://schemas.microsoft.com/office/drawing/2014/main" id="{B7094722-40D1-4E7F-8D74-34BE10092B45}"/>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27</a:t>
            </a:fld>
            <a:endParaRPr kumimoji="0" lang="en-US" dirty="0"/>
          </a:p>
        </p:txBody>
      </p:sp>
      <p:grpSp>
        <p:nvGrpSpPr>
          <p:cNvPr id="3" name="Group 4">
            <a:extLst>
              <a:ext uri="{FF2B5EF4-FFF2-40B4-BE49-F238E27FC236}">
                <a16:creationId xmlns:a16="http://schemas.microsoft.com/office/drawing/2014/main" id="{649A7AB5-66D0-4459-AC7D-42550F727528}"/>
              </a:ext>
            </a:extLst>
          </p:cNvPr>
          <p:cNvGrpSpPr>
            <a:grpSpLocks noChangeAspect="1"/>
          </p:cNvGrpSpPr>
          <p:nvPr/>
        </p:nvGrpSpPr>
        <p:grpSpPr bwMode="auto">
          <a:xfrm>
            <a:off x="6372423" y="2252663"/>
            <a:ext cx="2232025" cy="3973512"/>
            <a:chOff x="3696" y="1419"/>
            <a:chExt cx="1406" cy="2503"/>
          </a:xfrm>
        </p:grpSpPr>
        <p:sp>
          <p:nvSpPr>
            <p:cNvPr id="5" name="AutoShape 3">
              <a:extLst>
                <a:ext uri="{FF2B5EF4-FFF2-40B4-BE49-F238E27FC236}">
                  <a16:creationId xmlns:a16="http://schemas.microsoft.com/office/drawing/2014/main" id="{5BBF3E5E-FEEA-4137-8992-8F1D1E000606}"/>
                </a:ext>
              </a:extLst>
            </p:cNvPr>
            <p:cNvSpPr>
              <a:spLocks noChangeAspect="1" noChangeArrowheads="1" noTextEdit="1"/>
            </p:cNvSpPr>
            <p:nvPr/>
          </p:nvSpPr>
          <p:spPr bwMode="auto">
            <a:xfrm>
              <a:off x="3696" y="1419"/>
              <a:ext cx="1398" cy="2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 name="Rectangle 5">
              <a:extLst>
                <a:ext uri="{FF2B5EF4-FFF2-40B4-BE49-F238E27FC236}">
                  <a16:creationId xmlns:a16="http://schemas.microsoft.com/office/drawing/2014/main" id="{E1716AF9-4618-42D0-835E-C11BD3CCCABF}"/>
                </a:ext>
              </a:extLst>
            </p:cNvPr>
            <p:cNvSpPr>
              <a:spLocks noChangeArrowheads="1"/>
            </p:cNvSpPr>
            <p:nvPr/>
          </p:nvSpPr>
          <p:spPr bwMode="auto">
            <a:xfrm>
              <a:off x="3696" y="1419"/>
              <a:ext cx="1406" cy="2503"/>
            </a:xfrm>
            <a:prstGeom prst="rect">
              <a:avLst/>
            </a:prstGeom>
            <a:noFill/>
            <a:ln w="11113">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3" name="Rectangle 6">
              <a:extLst>
                <a:ext uri="{FF2B5EF4-FFF2-40B4-BE49-F238E27FC236}">
                  <a16:creationId xmlns:a16="http://schemas.microsoft.com/office/drawing/2014/main" id="{01039E14-7AFB-4251-AE95-B1DB704DF476}"/>
                </a:ext>
              </a:extLst>
            </p:cNvPr>
            <p:cNvSpPr>
              <a:spLocks noChangeArrowheads="1"/>
            </p:cNvSpPr>
            <p:nvPr/>
          </p:nvSpPr>
          <p:spPr bwMode="auto">
            <a:xfrm>
              <a:off x="3783" y="1506"/>
              <a:ext cx="1231" cy="563"/>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14" name="Rectangle 7">
              <a:extLst>
                <a:ext uri="{FF2B5EF4-FFF2-40B4-BE49-F238E27FC236}">
                  <a16:creationId xmlns:a16="http://schemas.microsoft.com/office/drawing/2014/main" id="{7844A399-C3DC-4D34-B8BA-CA48415FDDB5}"/>
                </a:ext>
              </a:extLst>
            </p:cNvPr>
            <p:cNvSpPr>
              <a:spLocks noChangeArrowheads="1"/>
            </p:cNvSpPr>
            <p:nvPr/>
          </p:nvSpPr>
          <p:spPr bwMode="auto">
            <a:xfrm>
              <a:off x="3783" y="2061"/>
              <a:ext cx="1231" cy="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5" name="Rectangle 8">
              <a:extLst>
                <a:ext uri="{FF2B5EF4-FFF2-40B4-BE49-F238E27FC236}">
                  <a16:creationId xmlns:a16="http://schemas.microsoft.com/office/drawing/2014/main" id="{214675A9-B421-4755-AE58-EA42CB38FEFC}"/>
                </a:ext>
              </a:extLst>
            </p:cNvPr>
            <p:cNvSpPr>
              <a:spLocks noChangeArrowheads="1"/>
            </p:cNvSpPr>
            <p:nvPr/>
          </p:nvSpPr>
          <p:spPr bwMode="auto">
            <a:xfrm>
              <a:off x="3783" y="2053"/>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6" name="Rectangle 9">
              <a:extLst>
                <a:ext uri="{FF2B5EF4-FFF2-40B4-BE49-F238E27FC236}">
                  <a16:creationId xmlns:a16="http://schemas.microsoft.com/office/drawing/2014/main" id="{2D1A4BF4-9827-4E00-8C2B-77FDA404AB38}"/>
                </a:ext>
              </a:extLst>
            </p:cNvPr>
            <p:cNvSpPr>
              <a:spLocks noChangeArrowheads="1"/>
            </p:cNvSpPr>
            <p:nvPr/>
          </p:nvSpPr>
          <p:spPr bwMode="auto">
            <a:xfrm>
              <a:off x="3783" y="2045"/>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7" name="Rectangle 10">
              <a:extLst>
                <a:ext uri="{FF2B5EF4-FFF2-40B4-BE49-F238E27FC236}">
                  <a16:creationId xmlns:a16="http://schemas.microsoft.com/office/drawing/2014/main" id="{882B1E5B-DD50-449E-AEA0-EE4A0A9C3D89}"/>
                </a:ext>
              </a:extLst>
            </p:cNvPr>
            <p:cNvSpPr>
              <a:spLocks noChangeArrowheads="1"/>
            </p:cNvSpPr>
            <p:nvPr/>
          </p:nvSpPr>
          <p:spPr bwMode="auto">
            <a:xfrm>
              <a:off x="3783" y="2037"/>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8" name="Rectangle 11">
              <a:extLst>
                <a:ext uri="{FF2B5EF4-FFF2-40B4-BE49-F238E27FC236}">
                  <a16:creationId xmlns:a16="http://schemas.microsoft.com/office/drawing/2014/main" id="{9E23BC11-8EAC-4683-B821-EABC72539515}"/>
                </a:ext>
              </a:extLst>
            </p:cNvPr>
            <p:cNvSpPr>
              <a:spLocks noChangeArrowheads="1"/>
            </p:cNvSpPr>
            <p:nvPr/>
          </p:nvSpPr>
          <p:spPr bwMode="auto">
            <a:xfrm>
              <a:off x="3783" y="2029"/>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9" name="Rectangle 12">
              <a:extLst>
                <a:ext uri="{FF2B5EF4-FFF2-40B4-BE49-F238E27FC236}">
                  <a16:creationId xmlns:a16="http://schemas.microsoft.com/office/drawing/2014/main" id="{9F164D2B-B8AC-46BD-A2A1-270624277D7A}"/>
                </a:ext>
              </a:extLst>
            </p:cNvPr>
            <p:cNvSpPr>
              <a:spLocks noChangeArrowheads="1"/>
            </p:cNvSpPr>
            <p:nvPr/>
          </p:nvSpPr>
          <p:spPr bwMode="auto">
            <a:xfrm>
              <a:off x="3783" y="2021"/>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0" name="Rectangle 13">
              <a:extLst>
                <a:ext uri="{FF2B5EF4-FFF2-40B4-BE49-F238E27FC236}">
                  <a16:creationId xmlns:a16="http://schemas.microsoft.com/office/drawing/2014/main" id="{319D8422-F570-484C-9EE3-5E6E1B42863E}"/>
                </a:ext>
              </a:extLst>
            </p:cNvPr>
            <p:cNvSpPr>
              <a:spLocks noChangeArrowheads="1"/>
            </p:cNvSpPr>
            <p:nvPr/>
          </p:nvSpPr>
          <p:spPr bwMode="auto">
            <a:xfrm>
              <a:off x="3783" y="2013"/>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1" name="Rectangle 14">
              <a:extLst>
                <a:ext uri="{FF2B5EF4-FFF2-40B4-BE49-F238E27FC236}">
                  <a16:creationId xmlns:a16="http://schemas.microsoft.com/office/drawing/2014/main" id="{8791B3BE-CAC7-48C4-A420-673871568545}"/>
                </a:ext>
              </a:extLst>
            </p:cNvPr>
            <p:cNvSpPr>
              <a:spLocks noChangeArrowheads="1"/>
            </p:cNvSpPr>
            <p:nvPr/>
          </p:nvSpPr>
          <p:spPr bwMode="auto">
            <a:xfrm>
              <a:off x="3783" y="2005"/>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2" name="Rectangle 15">
              <a:extLst>
                <a:ext uri="{FF2B5EF4-FFF2-40B4-BE49-F238E27FC236}">
                  <a16:creationId xmlns:a16="http://schemas.microsoft.com/office/drawing/2014/main" id="{ADB158BC-94EA-4A14-8A9F-3A0045B96A01}"/>
                </a:ext>
              </a:extLst>
            </p:cNvPr>
            <p:cNvSpPr>
              <a:spLocks noChangeArrowheads="1"/>
            </p:cNvSpPr>
            <p:nvPr/>
          </p:nvSpPr>
          <p:spPr bwMode="auto">
            <a:xfrm>
              <a:off x="3783" y="1997"/>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3" name="Rectangle 16">
              <a:extLst>
                <a:ext uri="{FF2B5EF4-FFF2-40B4-BE49-F238E27FC236}">
                  <a16:creationId xmlns:a16="http://schemas.microsoft.com/office/drawing/2014/main" id="{BA4B69A0-F5BA-4DC7-9281-9F787A25832A}"/>
                </a:ext>
              </a:extLst>
            </p:cNvPr>
            <p:cNvSpPr>
              <a:spLocks noChangeArrowheads="1"/>
            </p:cNvSpPr>
            <p:nvPr/>
          </p:nvSpPr>
          <p:spPr bwMode="auto">
            <a:xfrm>
              <a:off x="3783" y="1989"/>
              <a:ext cx="1231" cy="8"/>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4" name="Rectangle 17">
              <a:extLst>
                <a:ext uri="{FF2B5EF4-FFF2-40B4-BE49-F238E27FC236}">
                  <a16:creationId xmlns:a16="http://schemas.microsoft.com/office/drawing/2014/main" id="{7D39885E-4866-4BDA-A287-8394BFDFF441}"/>
                </a:ext>
              </a:extLst>
            </p:cNvPr>
            <p:cNvSpPr>
              <a:spLocks noChangeArrowheads="1"/>
            </p:cNvSpPr>
            <p:nvPr/>
          </p:nvSpPr>
          <p:spPr bwMode="auto">
            <a:xfrm>
              <a:off x="3783" y="1981"/>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5" name="Rectangle 18">
              <a:extLst>
                <a:ext uri="{FF2B5EF4-FFF2-40B4-BE49-F238E27FC236}">
                  <a16:creationId xmlns:a16="http://schemas.microsoft.com/office/drawing/2014/main" id="{041047FA-ECB5-44C1-9B9A-D9A8A3565B15}"/>
                </a:ext>
              </a:extLst>
            </p:cNvPr>
            <p:cNvSpPr>
              <a:spLocks noChangeArrowheads="1"/>
            </p:cNvSpPr>
            <p:nvPr/>
          </p:nvSpPr>
          <p:spPr bwMode="auto">
            <a:xfrm>
              <a:off x="3783" y="1973"/>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6" name="Rectangle 19">
              <a:extLst>
                <a:ext uri="{FF2B5EF4-FFF2-40B4-BE49-F238E27FC236}">
                  <a16:creationId xmlns:a16="http://schemas.microsoft.com/office/drawing/2014/main" id="{713E3931-DA07-462A-B8D7-4229AB5F33F0}"/>
                </a:ext>
              </a:extLst>
            </p:cNvPr>
            <p:cNvSpPr>
              <a:spLocks noChangeArrowheads="1"/>
            </p:cNvSpPr>
            <p:nvPr/>
          </p:nvSpPr>
          <p:spPr bwMode="auto">
            <a:xfrm>
              <a:off x="3783" y="1966"/>
              <a:ext cx="1231" cy="7"/>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7" name="Rectangle 20">
              <a:extLst>
                <a:ext uri="{FF2B5EF4-FFF2-40B4-BE49-F238E27FC236}">
                  <a16:creationId xmlns:a16="http://schemas.microsoft.com/office/drawing/2014/main" id="{ECA7AA0D-4E35-4847-B5FB-F960F983C489}"/>
                </a:ext>
              </a:extLst>
            </p:cNvPr>
            <p:cNvSpPr>
              <a:spLocks noChangeArrowheads="1"/>
            </p:cNvSpPr>
            <p:nvPr/>
          </p:nvSpPr>
          <p:spPr bwMode="auto">
            <a:xfrm>
              <a:off x="3783" y="1958"/>
              <a:ext cx="1231" cy="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8" name="Rectangle 21">
              <a:extLst>
                <a:ext uri="{FF2B5EF4-FFF2-40B4-BE49-F238E27FC236}">
                  <a16:creationId xmlns:a16="http://schemas.microsoft.com/office/drawing/2014/main" id="{5BFE7196-B9E6-4DC9-8442-B4FA74599FB8}"/>
                </a:ext>
              </a:extLst>
            </p:cNvPr>
            <p:cNvSpPr>
              <a:spLocks noChangeArrowheads="1"/>
            </p:cNvSpPr>
            <p:nvPr/>
          </p:nvSpPr>
          <p:spPr bwMode="auto">
            <a:xfrm>
              <a:off x="3783" y="1950"/>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9" name="Rectangle 22">
              <a:extLst>
                <a:ext uri="{FF2B5EF4-FFF2-40B4-BE49-F238E27FC236}">
                  <a16:creationId xmlns:a16="http://schemas.microsoft.com/office/drawing/2014/main" id="{D45F3647-E44C-4861-878E-A6A4F7D1404E}"/>
                </a:ext>
              </a:extLst>
            </p:cNvPr>
            <p:cNvSpPr>
              <a:spLocks noChangeArrowheads="1"/>
            </p:cNvSpPr>
            <p:nvPr/>
          </p:nvSpPr>
          <p:spPr bwMode="auto">
            <a:xfrm>
              <a:off x="3783" y="1506"/>
              <a:ext cx="1231" cy="563"/>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30" name="Rectangle 23">
              <a:extLst>
                <a:ext uri="{FF2B5EF4-FFF2-40B4-BE49-F238E27FC236}">
                  <a16:creationId xmlns:a16="http://schemas.microsoft.com/office/drawing/2014/main" id="{A7761B2C-2AD8-4E1E-90A5-407AA045E7CD}"/>
                </a:ext>
              </a:extLst>
            </p:cNvPr>
            <p:cNvSpPr>
              <a:spLocks noChangeArrowheads="1"/>
            </p:cNvSpPr>
            <p:nvPr/>
          </p:nvSpPr>
          <p:spPr bwMode="auto">
            <a:xfrm>
              <a:off x="3783" y="1672"/>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1" name="Rectangle 24">
              <a:extLst>
                <a:ext uri="{FF2B5EF4-FFF2-40B4-BE49-F238E27FC236}">
                  <a16:creationId xmlns:a16="http://schemas.microsoft.com/office/drawing/2014/main" id="{9A435A73-7406-46A0-B80F-6E044894065B}"/>
                </a:ext>
              </a:extLst>
            </p:cNvPr>
            <p:cNvSpPr>
              <a:spLocks noChangeArrowheads="1"/>
            </p:cNvSpPr>
            <p:nvPr/>
          </p:nvSpPr>
          <p:spPr bwMode="auto">
            <a:xfrm>
              <a:off x="3783" y="1665"/>
              <a:ext cx="1231" cy="7"/>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2" name="Rectangle 25">
              <a:extLst>
                <a:ext uri="{FF2B5EF4-FFF2-40B4-BE49-F238E27FC236}">
                  <a16:creationId xmlns:a16="http://schemas.microsoft.com/office/drawing/2014/main" id="{A63BF154-0651-45D1-8569-F5A021036AA4}"/>
                </a:ext>
              </a:extLst>
            </p:cNvPr>
            <p:cNvSpPr>
              <a:spLocks noChangeArrowheads="1"/>
            </p:cNvSpPr>
            <p:nvPr/>
          </p:nvSpPr>
          <p:spPr bwMode="auto">
            <a:xfrm>
              <a:off x="3783" y="1657"/>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3" name="Rectangle 26">
              <a:extLst>
                <a:ext uri="{FF2B5EF4-FFF2-40B4-BE49-F238E27FC236}">
                  <a16:creationId xmlns:a16="http://schemas.microsoft.com/office/drawing/2014/main" id="{D40A2C7D-06D9-47A0-9321-BE0DBE70154B}"/>
                </a:ext>
              </a:extLst>
            </p:cNvPr>
            <p:cNvSpPr>
              <a:spLocks noChangeArrowheads="1"/>
            </p:cNvSpPr>
            <p:nvPr/>
          </p:nvSpPr>
          <p:spPr bwMode="auto">
            <a:xfrm>
              <a:off x="3783" y="1649"/>
              <a:ext cx="1231" cy="8"/>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4" name="Rectangle 27">
              <a:extLst>
                <a:ext uri="{FF2B5EF4-FFF2-40B4-BE49-F238E27FC236}">
                  <a16:creationId xmlns:a16="http://schemas.microsoft.com/office/drawing/2014/main" id="{AE057664-EA25-4445-A2CA-4CCFD69DBC94}"/>
                </a:ext>
              </a:extLst>
            </p:cNvPr>
            <p:cNvSpPr>
              <a:spLocks noChangeArrowheads="1"/>
            </p:cNvSpPr>
            <p:nvPr/>
          </p:nvSpPr>
          <p:spPr bwMode="auto">
            <a:xfrm>
              <a:off x="3783" y="1641"/>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5" name="Rectangle 28">
              <a:extLst>
                <a:ext uri="{FF2B5EF4-FFF2-40B4-BE49-F238E27FC236}">
                  <a16:creationId xmlns:a16="http://schemas.microsoft.com/office/drawing/2014/main" id="{6C2112E6-FC57-4800-888D-D16FFD12B2B9}"/>
                </a:ext>
              </a:extLst>
            </p:cNvPr>
            <p:cNvSpPr>
              <a:spLocks noChangeArrowheads="1"/>
            </p:cNvSpPr>
            <p:nvPr/>
          </p:nvSpPr>
          <p:spPr bwMode="auto">
            <a:xfrm>
              <a:off x="3783" y="1633"/>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6" name="Rectangle 29">
              <a:extLst>
                <a:ext uri="{FF2B5EF4-FFF2-40B4-BE49-F238E27FC236}">
                  <a16:creationId xmlns:a16="http://schemas.microsoft.com/office/drawing/2014/main" id="{A886526F-F0DD-48B8-A554-885E67E81FDC}"/>
                </a:ext>
              </a:extLst>
            </p:cNvPr>
            <p:cNvSpPr>
              <a:spLocks noChangeArrowheads="1"/>
            </p:cNvSpPr>
            <p:nvPr/>
          </p:nvSpPr>
          <p:spPr bwMode="auto">
            <a:xfrm>
              <a:off x="3783" y="1625"/>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7" name="Rectangle 30">
              <a:extLst>
                <a:ext uri="{FF2B5EF4-FFF2-40B4-BE49-F238E27FC236}">
                  <a16:creationId xmlns:a16="http://schemas.microsoft.com/office/drawing/2014/main" id="{03011C5E-4D8A-4B36-AF39-E97548B27E2E}"/>
                </a:ext>
              </a:extLst>
            </p:cNvPr>
            <p:cNvSpPr>
              <a:spLocks noChangeArrowheads="1"/>
            </p:cNvSpPr>
            <p:nvPr/>
          </p:nvSpPr>
          <p:spPr bwMode="auto">
            <a:xfrm>
              <a:off x="3783" y="1617"/>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8" name="Rectangle 31">
              <a:extLst>
                <a:ext uri="{FF2B5EF4-FFF2-40B4-BE49-F238E27FC236}">
                  <a16:creationId xmlns:a16="http://schemas.microsoft.com/office/drawing/2014/main" id="{21456227-D652-4DA2-BA7E-BCF2C078A97D}"/>
                </a:ext>
              </a:extLst>
            </p:cNvPr>
            <p:cNvSpPr>
              <a:spLocks noChangeArrowheads="1"/>
            </p:cNvSpPr>
            <p:nvPr/>
          </p:nvSpPr>
          <p:spPr bwMode="auto">
            <a:xfrm>
              <a:off x="3783" y="1609"/>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9" name="Rectangle 32">
              <a:extLst>
                <a:ext uri="{FF2B5EF4-FFF2-40B4-BE49-F238E27FC236}">
                  <a16:creationId xmlns:a16="http://schemas.microsoft.com/office/drawing/2014/main" id="{0EC343F3-C126-45AA-881E-242013C90423}"/>
                </a:ext>
              </a:extLst>
            </p:cNvPr>
            <p:cNvSpPr>
              <a:spLocks noChangeArrowheads="1"/>
            </p:cNvSpPr>
            <p:nvPr/>
          </p:nvSpPr>
          <p:spPr bwMode="auto">
            <a:xfrm>
              <a:off x="3783" y="1601"/>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0" name="Rectangle 33">
              <a:extLst>
                <a:ext uri="{FF2B5EF4-FFF2-40B4-BE49-F238E27FC236}">
                  <a16:creationId xmlns:a16="http://schemas.microsoft.com/office/drawing/2014/main" id="{C7507BA8-1804-4AFC-8A4C-620F34B5DF99}"/>
                </a:ext>
              </a:extLst>
            </p:cNvPr>
            <p:cNvSpPr>
              <a:spLocks noChangeArrowheads="1"/>
            </p:cNvSpPr>
            <p:nvPr/>
          </p:nvSpPr>
          <p:spPr bwMode="auto">
            <a:xfrm>
              <a:off x="3783" y="1593"/>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1" name="Rectangle 34">
              <a:extLst>
                <a:ext uri="{FF2B5EF4-FFF2-40B4-BE49-F238E27FC236}">
                  <a16:creationId xmlns:a16="http://schemas.microsoft.com/office/drawing/2014/main" id="{DF7EDAEE-6481-4DED-BCFD-FE6FACE7AADF}"/>
                </a:ext>
              </a:extLst>
            </p:cNvPr>
            <p:cNvSpPr>
              <a:spLocks noChangeArrowheads="1"/>
            </p:cNvSpPr>
            <p:nvPr/>
          </p:nvSpPr>
          <p:spPr bwMode="auto">
            <a:xfrm>
              <a:off x="3783" y="1585"/>
              <a:ext cx="1231" cy="8"/>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2" name="Rectangle 35">
              <a:extLst>
                <a:ext uri="{FF2B5EF4-FFF2-40B4-BE49-F238E27FC236}">
                  <a16:creationId xmlns:a16="http://schemas.microsoft.com/office/drawing/2014/main" id="{5BD09978-A67E-4BC9-82FF-05CE50D381D8}"/>
                </a:ext>
              </a:extLst>
            </p:cNvPr>
            <p:cNvSpPr>
              <a:spLocks noChangeArrowheads="1"/>
            </p:cNvSpPr>
            <p:nvPr/>
          </p:nvSpPr>
          <p:spPr bwMode="auto">
            <a:xfrm>
              <a:off x="3783" y="1577"/>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3" name="Rectangle 36">
              <a:extLst>
                <a:ext uri="{FF2B5EF4-FFF2-40B4-BE49-F238E27FC236}">
                  <a16:creationId xmlns:a16="http://schemas.microsoft.com/office/drawing/2014/main" id="{6676EFCD-B85B-412C-82C2-E9640A5D41AC}"/>
                </a:ext>
              </a:extLst>
            </p:cNvPr>
            <p:cNvSpPr>
              <a:spLocks noChangeArrowheads="1"/>
            </p:cNvSpPr>
            <p:nvPr/>
          </p:nvSpPr>
          <p:spPr bwMode="auto">
            <a:xfrm>
              <a:off x="3783" y="1570"/>
              <a:ext cx="1231" cy="7"/>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4" name="Rectangle 37">
              <a:extLst>
                <a:ext uri="{FF2B5EF4-FFF2-40B4-BE49-F238E27FC236}">
                  <a16:creationId xmlns:a16="http://schemas.microsoft.com/office/drawing/2014/main" id="{D7411603-EBF9-43BD-AE4C-32E33A271BF9}"/>
                </a:ext>
              </a:extLst>
            </p:cNvPr>
            <p:cNvSpPr>
              <a:spLocks noChangeArrowheads="1"/>
            </p:cNvSpPr>
            <p:nvPr/>
          </p:nvSpPr>
          <p:spPr bwMode="auto">
            <a:xfrm>
              <a:off x="3783" y="1562"/>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5" name="Rectangle 38">
              <a:extLst>
                <a:ext uri="{FF2B5EF4-FFF2-40B4-BE49-F238E27FC236}">
                  <a16:creationId xmlns:a16="http://schemas.microsoft.com/office/drawing/2014/main" id="{E0A14CC3-3932-4196-AA1E-04FBB83F68C8}"/>
                </a:ext>
              </a:extLst>
            </p:cNvPr>
            <p:cNvSpPr>
              <a:spLocks noChangeArrowheads="1"/>
            </p:cNvSpPr>
            <p:nvPr/>
          </p:nvSpPr>
          <p:spPr bwMode="auto">
            <a:xfrm>
              <a:off x="3783" y="1554"/>
              <a:ext cx="1231" cy="8"/>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6" name="Rectangle 39">
              <a:extLst>
                <a:ext uri="{FF2B5EF4-FFF2-40B4-BE49-F238E27FC236}">
                  <a16:creationId xmlns:a16="http://schemas.microsoft.com/office/drawing/2014/main" id="{585802FF-4C75-4B05-AA02-132E8772FF1C}"/>
                </a:ext>
              </a:extLst>
            </p:cNvPr>
            <p:cNvSpPr>
              <a:spLocks noChangeArrowheads="1"/>
            </p:cNvSpPr>
            <p:nvPr/>
          </p:nvSpPr>
          <p:spPr bwMode="auto">
            <a:xfrm>
              <a:off x="3783" y="1546"/>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7" name="Rectangle 40">
              <a:extLst>
                <a:ext uri="{FF2B5EF4-FFF2-40B4-BE49-F238E27FC236}">
                  <a16:creationId xmlns:a16="http://schemas.microsoft.com/office/drawing/2014/main" id="{43087F78-2352-4B1C-BB54-1E8263488AD4}"/>
                </a:ext>
              </a:extLst>
            </p:cNvPr>
            <p:cNvSpPr>
              <a:spLocks noChangeArrowheads="1"/>
            </p:cNvSpPr>
            <p:nvPr/>
          </p:nvSpPr>
          <p:spPr bwMode="auto">
            <a:xfrm>
              <a:off x="3783" y="1538"/>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8" name="Rectangle 41">
              <a:extLst>
                <a:ext uri="{FF2B5EF4-FFF2-40B4-BE49-F238E27FC236}">
                  <a16:creationId xmlns:a16="http://schemas.microsoft.com/office/drawing/2014/main" id="{503DE783-6FDB-4709-950F-8B81152EB2B9}"/>
                </a:ext>
              </a:extLst>
            </p:cNvPr>
            <p:cNvSpPr>
              <a:spLocks noChangeArrowheads="1"/>
            </p:cNvSpPr>
            <p:nvPr/>
          </p:nvSpPr>
          <p:spPr bwMode="auto">
            <a:xfrm>
              <a:off x="3783" y="1530"/>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9" name="Rectangle 42">
              <a:extLst>
                <a:ext uri="{FF2B5EF4-FFF2-40B4-BE49-F238E27FC236}">
                  <a16:creationId xmlns:a16="http://schemas.microsoft.com/office/drawing/2014/main" id="{4D45BB56-2BA3-4490-9301-8F774511962C}"/>
                </a:ext>
              </a:extLst>
            </p:cNvPr>
            <p:cNvSpPr>
              <a:spLocks noChangeArrowheads="1"/>
            </p:cNvSpPr>
            <p:nvPr/>
          </p:nvSpPr>
          <p:spPr bwMode="auto">
            <a:xfrm>
              <a:off x="3783" y="1522"/>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0" name="Rectangle 43">
              <a:extLst>
                <a:ext uri="{FF2B5EF4-FFF2-40B4-BE49-F238E27FC236}">
                  <a16:creationId xmlns:a16="http://schemas.microsoft.com/office/drawing/2014/main" id="{F18E3C7B-6731-4CAA-BA78-BBD44EFD8EAA}"/>
                </a:ext>
              </a:extLst>
            </p:cNvPr>
            <p:cNvSpPr>
              <a:spLocks noChangeArrowheads="1"/>
            </p:cNvSpPr>
            <p:nvPr/>
          </p:nvSpPr>
          <p:spPr bwMode="auto">
            <a:xfrm>
              <a:off x="3783" y="1514"/>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1" name="Rectangle 44">
              <a:extLst>
                <a:ext uri="{FF2B5EF4-FFF2-40B4-BE49-F238E27FC236}">
                  <a16:creationId xmlns:a16="http://schemas.microsoft.com/office/drawing/2014/main" id="{EBD766EC-DD0C-4C77-9244-92EFFF0BA527}"/>
                </a:ext>
              </a:extLst>
            </p:cNvPr>
            <p:cNvSpPr>
              <a:spLocks noChangeArrowheads="1"/>
            </p:cNvSpPr>
            <p:nvPr/>
          </p:nvSpPr>
          <p:spPr bwMode="auto">
            <a:xfrm>
              <a:off x="3783" y="1506"/>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2" name="Rectangle 45">
              <a:extLst>
                <a:ext uri="{FF2B5EF4-FFF2-40B4-BE49-F238E27FC236}">
                  <a16:creationId xmlns:a16="http://schemas.microsoft.com/office/drawing/2014/main" id="{D343F725-9087-4B15-BD49-CF59E69546F7}"/>
                </a:ext>
              </a:extLst>
            </p:cNvPr>
            <p:cNvSpPr>
              <a:spLocks noChangeArrowheads="1"/>
            </p:cNvSpPr>
            <p:nvPr/>
          </p:nvSpPr>
          <p:spPr bwMode="auto">
            <a:xfrm>
              <a:off x="3783" y="1506"/>
              <a:ext cx="1231" cy="563"/>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53" name="Rectangle 46">
              <a:extLst>
                <a:ext uri="{FF2B5EF4-FFF2-40B4-BE49-F238E27FC236}">
                  <a16:creationId xmlns:a16="http://schemas.microsoft.com/office/drawing/2014/main" id="{C71D174B-8430-4502-A9F7-B4B35A2845AF}"/>
                </a:ext>
              </a:extLst>
            </p:cNvPr>
            <p:cNvSpPr>
              <a:spLocks noChangeArrowheads="1"/>
            </p:cNvSpPr>
            <p:nvPr/>
          </p:nvSpPr>
          <p:spPr bwMode="auto">
            <a:xfrm>
              <a:off x="4173" y="1530"/>
              <a:ext cx="436"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4" name="Rectangle 47">
              <a:extLst>
                <a:ext uri="{FF2B5EF4-FFF2-40B4-BE49-F238E27FC236}">
                  <a16:creationId xmlns:a16="http://schemas.microsoft.com/office/drawing/2014/main" id="{7C6D57B7-6FCB-4569-AC47-00645D1C003B}"/>
                </a:ext>
              </a:extLst>
            </p:cNvPr>
            <p:cNvSpPr>
              <a:spLocks noChangeArrowheads="1"/>
            </p:cNvSpPr>
            <p:nvPr/>
          </p:nvSpPr>
          <p:spPr bwMode="auto">
            <a:xfrm>
              <a:off x="4236" y="1530"/>
              <a:ext cx="34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1" u="none" strike="noStrike" cap="none" normalizeH="0" baseline="0">
                  <a:ln>
                    <a:noFill/>
                  </a:ln>
                  <a:solidFill>
                    <a:srgbClr val="000000"/>
                  </a:solidFill>
                  <a:effectLst/>
                  <a:latin typeface="Tahoma" panose="020B0604030504040204" pitchFamily="34" charset="0"/>
                </a:rPr>
                <a:t>Animal</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55" name="Freeform 48">
              <a:extLst>
                <a:ext uri="{FF2B5EF4-FFF2-40B4-BE49-F238E27FC236}">
                  <a16:creationId xmlns:a16="http://schemas.microsoft.com/office/drawing/2014/main" id="{74C61C43-E278-4D58-B81E-A266827D3BBF}"/>
                </a:ext>
              </a:extLst>
            </p:cNvPr>
            <p:cNvSpPr>
              <a:spLocks/>
            </p:cNvSpPr>
            <p:nvPr/>
          </p:nvSpPr>
          <p:spPr bwMode="auto">
            <a:xfrm>
              <a:off x="3783" y="1680"/>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pic>
          <p:nvPicPr>
            <p:cNvPr id="1073" name="Picture 49">
              <a:extLst>
                <a:ext uri="{FF2B5EF4-FFF2-40B4-BE49-F238E27FC236}">
                  <a16:creationId xmlns:a16="http://schemas.microsoft.com/office/drawing/2014/main" id="{2FFAEB0C-7FCD-424A-87AA-A74C2C765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57895"/>
            <a:stretch>
              <a:fillRect/>
            </a:stretch>
          </p:blipFill>
          <p:spPr bwMode="auto">
            <a:xfrm>
              <a:off x="3855" y="1839"/>
              <a:ext cx="127"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Line 51">
              <a:extLst>
                <a:ext uri="{FF2B5EF4-FFF2-40B4-BE49-F238E27FC236}">
                  <a16:creationId xmlns:a16="http://schemas.microsoft.com/office/drawing/2014/main" id="{6967D5B2-87F7-4D7C-A98B-91A30AF6578E}"/>
                </a:ext>
              </a:extLst>
            </p:cNvPr>
            <p:cNvSpPr>
              <a:spLocks noChangeShapeType="1"/>
            </p:cNvSpPr>
            <p:nvPr/>
          </p:nvSpPr>
          <p:spPr bwMode="auto">
            <a:xfrm>
              <a:off x="3783" y="1799"/>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58" name="Rectangle 52">
              <a:extLst>
                <a:ext uri="{FF2B5EF4-FFF2-40B4-BE49-F238E27FC236}">
                  <a16:creationId xmlns:a16="http://schemas.microsoft.com/office/drawing/2014/main" id="{6AC1435B-3246-4F28-9802-E910F1356A37}"/>
                </a:ext>
              </a:extLst>
            </p:cNvPr>
            <p:cNvSpPr>
              <a:spLocks noChangeArrowheads="1"/>
            </p:cNvSpPr>
            <p:nvPr/>
          </p:nvSpPr>
          <p:spPr bwMode="auto">
            <a:xfrm>
              <a:off x="3783" y="2417"/>
              <a:ext cx="1231" cy="451"/>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59" name="Rectangle 53">
              <a:extLst>
                <a:ext uri="{FF2B5EF4-FFF2-40B4-BE49-F238E27FC236}">
                  <a16:creationId xmlns:a16="http://schemas.microsoft.com/office/drawing/2014/main" id="{F0BD0636-8CDF-47E3-A04C-14D093162E61}"/>
                </a:ext>
              </a:extLst>
            </p:cNvPr>
            <p:cNvSpPr>
              <a:spLocks noChangeArrowheads="1"/>
            </p:cNvSpPr>
            <p:nvPr/>
          </p:nvSpPr>
          <p:spPr bwMode="auto">
            <a:xfrm>
              <a:off x="3783" y="2861"/>
              <a:ext cx="1231" cy="7"/>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0" name="Rectangle 54">
              <a:extLst>
                <a:ext uri="{FF2B5EF4-FFF2-40B4-BE49-F238E27FC236}">
                  <a16:creationId xmlns:a16="http://schemas.microsoft.com/office/drawing/2014/main" id="{C915907E-D3B7-490A-8264-03BDBC7B031D}"/>
                </a:ext>
              </a:extLst>
            </p:cNvPr>
            <p:cNvSpPr>
              <a:spLocks noChangeArrowheads="1"/>
            </p:cNvSpPr>
            <p:nvPr/>
          </p:nvSpPr>
          <p:spPr bwMode="auto">
            <a:xfrm>
              <a:off x="3783" y="2853"/>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1" name="Rectangle 55">
              <a:extLst>
                <a:ext uri="{FF2B5EF4-FFF2-40B4-BE49-F238E27FC236}">
                  <a16:creationId xmlns:a16="http://schemas.microsoft.com/office/drawing/2014/main" id="{583F5AC8-88AC-46B4-82EC-31342006EFFB}"/>
                </a:ext>
              </a:extLst>
            </p:cNvPr>
            <p:cNvSpPr>
              <a:spLocks noChangeArrowheads="1"/>
            </p:cNvSpPr>
            <p:nvPr/>
          </p:nvSpPr>
          <p:spPr bwMode="auto">
            <a:xfrm>
              <a:off x="3783" y="2845"/>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2" name="Rectangle 56">
              <a:extLst>
                <a:ext uri="{FF2B5EF4-FFF2-40B4-BE49-F238E27FC236}">
                  <a16:creationId xmlns:a16="http://schemas.microsoft.com/office/drawing/2014/main" id="{7302D760-4418-438B-B78B-FF92F7D708AC}"/>
                </a:ext>
              </a:extLst>
            </p:cNvPr>
            <p:cNvSpPr>
              <a:spLocks noChangeArrowheads="1"/>
            </p:cNvSpPr>
            <p:nvPr/>
          </p:nvSpPr>
          <p:spPr bwMode="auto">
            <a:xfrm>
              <a:off x="3783" y="2837"/>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3" name="Rectangle 57">
              <a:extLst>
                <a:ext uri="{FF2B5EF4-FFF2-40B4-BE49-F238E27FC236}">
                  <a16:creationId xmlns:a16="http://schemas.microsoft.com/office/drawing/2014/main" id="{2C8C3B40-BEAD-4E40-ABEA-37E3CDE47A13}"/>
                </a:ext>
              </a:extLst>
            </p:cNvPr>
            <p:cNvSpPr>
              <a:spLocks noChangeArrowheads="1"/>
            </p:cNvSpPr>
            <p:nvPr/>
          </p:nvSpPr>
          <p:spPr bwMode="auto">
            <a:xfrm>
              <a:off x="3783" y="2829"/>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24" name="Rectangle 58">
              <a:extLst>
                <a:ext uri="{FF2B5EF4-FFF2-40B4-BE49-F238E27FC236}">
                  <a16:creationId xmlns:a16="http://schemas.microsoft.com/office/drawing/2014/main" id="{E9B6709F-901B-4E55-A27A-71FDDE62A73D}"/>
                </a:ext>
              </a:extLst>
            </p:cNvPr>
            <p:cNvSpPr>
              <a:spLocks noChangeArrowheads="1"/>
            </p:cNvSpPr>
            <p:nvPr/>
          </p:nvSpPr>
          <p:spPr bwMode="auto">
            <a:xfrm>
              <a:off x="3783" y="2821"/>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25" name="Rectangle 59">
              <a:extLst>
                <a:ext uri="{FF2B5EF4-FFF2-40B4-BE49-F238E27FC236}">
                  <a16:creationId xmlns:a16="http://schemas.microsoft.com/office/drawing/2014/main" id="{87416D01-5A5C-4A26-B772-C3CBC71DB63B}"/>
                </a:ext>
              </a:extLst>
            </p:cNvPr>
            <p:cNvSpPr>
              <a:spLocks noChangeArrowheads="1"/>
            </p:cNvSpPr>
            <p:nvPr/>
          </p:nvSpPr>
          <p:spPr bwMode="auto">
            <a:xfrm>
              <a:off x="3783" y="2813"/>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26" name="Rectangle 60">
              <a:extLst>
                <a:ext uri="{FF2B5EF4-FFF2-40B4-BE49-F238E27FC236}">
                  <a16:creationId xmlns:a16="http://schemas.microsoft.com/office/drawing/2014/main" id="{7C1075EE-35CC-4F36-921C-47CDFF3DE561}"/>
                </a:ext>
              </a:extLst>
            </p:cNvPr>
            <p:cNvSpPr>
              <a:spLocks noChangeArrowheads="1"/>
            </p:cNvSpPr>
            <p:nvPr/>
          </p:nvSpPr>
          <p:spPr bwMode="auto">
            <a:xfrm>
              <a:off x="3783" y="2805"/>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27" name="Rectangle 61">
              <a:extLst>
                <a:ext uri="{FF2B5EF4-FFF2-40B4-BE49-F238E27FC236}">
                  <a16:creationId xmlns:a16="http://schemas.microsoft.com/office/drawing/2014/main" id="{B050EE6A-2572-4561-BEE0-888309FA605E}"/>
                </a:ext>
              </a:extLst>
            </p:cNvPr>
            <p:cNvSpPr>
              <a:spLocks noChangeArrowheads="1"/>
            </p:cNvSpPr>
            <p:nvPr/>
          </p:nvSpPr>
          <p:spPr bwMode="auto">
            <a:xfrm>
              <a:off x="3783" y="2797"/>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28" name="Rectangle 62">
              <a:extLst>
                <a:ext uri="{FF2B5EF4-FFF2-40B4-BE49-F238E27FC236}">
                  <a16:creationId xmlns:a16="http://schemas.microsoft.com/office/drawing/2014/main" id="{41457053-4527-463B-9A0F-278AF7427AED}"/>
                </a:ext>
              </a:extLst>
            </p:cNvPr>
            <p:cNvSpPr>
              <a:spLocks noChangeArrowheads="1"/>
            </p:cNvSpPr>
            <p:nvPr/>
          </p:nvSpPr>
          <p:spPr bwMode="auto">
            <a:xfrm>
              <a:off x="3783" y="2789"/>
              <a:ext cx="1231" cy="8"/>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29" name="Rectangle 63">
              <a:extLst>
                <a:ext uri="{FF2B5EF4-FFF2-40B4-BE49-F238E27FC236}">
                  <a16:creationId xmlns:a16="http://schemas.microsoft.com/office/drawing/2014/main" id="{80F67310-E5B2-460A-AB97-4AD3746644B7}"/>
                </a:ext>
              </a:extLst>
            </p:cNvPr>
            <p:cNvSpPr>
              <a:spLocks noChangeArrowheads="1"/>
            </p:cNvSpPr>
            <p:nvPr/>
          </p:nvSpPr>
          <p:spPr bwMode="auto">
            <a:xfrm>
              <a:off x="3783" y="2781"/>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0" name="Rectangle 64">
              <a:extLst>
                <a:ext uri="{FF2B5EF4-FFF2-40B4-BE49-F238E27FC236}">
                  <a16:creationId xmlns:a16="http://schemas.microsoft.com/office/drawing/2014/main" id="{DB840014-080A-420D-8DEA-9A1B5D180022}"/>
                </a:ext>
              </a:extLst>
            </p:cNvPr>
            <p:cNvSpPr>
              <a:spLocks noChangeArrowheads="1"/>
            </p:cNvSpPr>
            <p:nvPr/>
          </p:nvSpPr>
          <p:spPr bwMode="auto">
            <a:xfrm>
              <a:off x="3783" y="2773"/>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1" name="Rectangle 65">
              <a:extLst>
                <a:ext uri="{FF2B5EF4-FFF2-40B4-BE49-F238E27FC236}">
                  <a16:creationId xmlns:a16="http://schemas.microsoft.com/office/drawing/2014/main" id="{2A4C66CD-A70F-41A6-9111-CF05E162A96D}"/>
                </a:ext>
              </a:extLst>
            </p:cNvPr>
            <p:cNvSpPr>
              <a:spLocks noChangeArrowheads="1"/>
            </p:cNvSpPr>
            <p:nvPr/>
          </p:nvSpPr>
          <p:spPr bwMode="auto">
            <a:xfrm>
              <a:off x="3783" y="2765"/>
              <a:ext cx="1231" cy="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2" name="Rectangle 66">
              <a:extLst>
                <a:ext uri="{FF2B5EF4-FFF2-40B4-BE49-F238E27FC236}">
                  <a16:creationId xmlns:a16="http://schemas.microsoft.com/office/drawing/2014/main" id="{7D5939AE-B258-4C4B-82F7-3BAE1BB92820}"/>
                </a:ext>
              </a:extLst>
            </p:cNvPr>
            <p:cNvSpPr>
              <a:spLocks noChangeArrowheads="1"/>
            </p:cNvSpPr>
            <p:nvPr/>
          </p:nvSpPr>
          <p:spPr bwMode="auto">
            <a:xfrm>
              <a:off x="3783" y="2758"/>
              <a:ext cx="1231" cy="7"/>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3" name="Rectangle 67">
              <a:extLst>
                <a:ext uri="{FF2B5EF4-FFF2-40B4-BE49-F238E27FC236}">
                  <a16:creationId xmlns:a16="http://schemas.microsoft.com/office/drawing/2014/main" id="{2CE460CF-8732-490A-AEE9-051F7875BC33}"/>
                </a:ext>
              </a:extLst>
            </p:cNvPr>
            <p:cNvSpPr>
              <a:spLocks noChangeArrowheads="1"/>
            </p:cNvSpPr>
            <p:nvPr/>
          </p:nvSpPr>
          <p:spPr bwMode="auto">
            <a:xfrm>
              <a:off x="3783" y="2750"/>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4" name="Rectangle 68">
              <a:extLst>
                <a:ext uri="{FF2B5EF4-FFF2-40B4-BE49-F238E27FC236}">
                  <a16:creationId xmlns:a16="http://schemas.microsoft.com/office/drawing/2014/main" id="{E95F912D-A1C2-4316-88E2-F561343B2727}"/>
                </a:ext>
              </a:extLst>
            </p:cNvPr>
            <p:cNvSpPr>
              <a:spLocks noChangeArrowheads="1"/>
            </p:cNvSpPr>
            <p:nvPr/>
          </p:nvSpPr>
          <p:spPr bwMode="auto">
            <a:xfrm>
              <a:off x="3783" y="2417"/>
              <a:ext cx="1231" cy="451"/>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35" name="Rectangle 69">
              <a:extLst>
                <a:ext uri="{FF2B5EF4-FFF2-40B4-BE49-F238E27FC236}">
                  <a16:creationId xmlns:a16="http://schemas.microsoft.com/office/drawing/2014/main" id="{4B5F0AFD-0809-4EE6-84AF-EE3DFCE0145E}"/>
                </a:ext>
              </a:extLst>
            </p:cNvPr>
            <p:cNvSpPr>
              <a:spLocks noChangeArrowheads="1"/>
            </p:cNvSpPr>
            <p:nvPr/>
          </p:nvSpPr>
          <p:spPr bwMode="auto">
            <a:xfrm>
              <a:off x="3783" y="2583"/>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6" name="Rectangle 70">
              <a:extLst>
                <a:ext uri="{FF2B5EF4-FFF2-40B4-BE49-F238E27FC236}">
                  <a16:creationId xmlns:a16="http://schemas.microsoft.com/office/drawing/2014/main" id="{36FB5374-E403-45A5-9686-5BF0F08C95AB}"/>
                </a:ext>
              </a:extLst>
            </p:cNvPr>
            <p:cNvSpPr>
              <a:spLocks noChangeArrowheads="1"/>
            </p:cNvSpPr>
            <p:nvPr/>
          </p:nvSpPr>
          <p:spPr bwMode="auto">
            <a:xfrm>
              <a:off x="3783" y="2575"/>
              <a:ext cx="1231" cy="8"/>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7" name="Rectangle 71">
              <a:extLst>
                <a:ext uri="{FF2B5EF4-FFF2-40B4-BE49-F238E27FC236}">
                  <a16:creationId xmlns:a16="http://schemas.microsoft.com/office/drawing/2014/main" id="{2215F333-8F69-40F8-ADB7-95466AA253CE}"/>
                </a:ext>
              </a:extLst>
            </p:cNvPr>
            <p:cNvSpPr>
              <a:spLocks noChangeArrowheads="1"/>
            </p:cNvSpPr>
            <p:nvPr/>
          </p:nvSpPr>
          <p:spPr bwMode="auto">
            <a:xfrm>
              <a:off x="3783" y="2567"/>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8" name="Rectangle 72">
              <a:extLst>
                <a:ext uri="{FF2B5EF4-FFF2-40B4-BE49-F238E27FC236}">
                  <a16:creationId xmlns:a16="http://schemas.microsoft.com/office/drawing/2014/main" id="{60089F0F-2D82-4B6F-A5C7-B6B8C9A9F989}"/>
                </a:ext>
              </a:extLst>
            </p:cNvPr>
            <p:cNvSpPr>
              <a:spLocks noChangeArrowheads="1"/>
            </p:cNvSpPr>
            <p:nvPr/>
          </p:nvSpPr>
          <p:spPr bwMode="auto">
            <a:xfrm>
              <a:off x="3783" y="2560"/>
              <a:ext cx="1231" cy="7"/>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39" name="Rectangle 73">
              <a:extLst>
                <a:ext uri="{FF2B5EF4-FFF2-40B4-BE49-F238E27FC236}">
                  <a16:creationId xmlns:a16="http://schemas.microsoft.com/office/drawing/2014/main" id="{63697A6A-CD88-4D8B-B0A5-5D79603E22AE}"/>
                </a:ext>
              </a:extLst>
            </p:cNvPr>
            <p:cNvSpPr>
              <a:spLocks noChangeArrowheads="1"/>
            </p:cNvSpPr>
            <p:nvPr/>
          </p:nvSpPr>
          <p:spPr bwMode="auto">
            <a:xfrm>
              <a:off x="3783" y="2552"/>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0" name="Rectangle 74">
              <a:extLst>
                <a:ext uri="{FF2B5EF4-FFF2-40B4-BE49-F238E27FC236}">
                  <a16:creationId xmlns:a16="http://schemas.microsoft.com/office/drawing/2014/main" id="{FF0C199B-CF07-4ED3-A984-0CBD29BEA97A}"/>
                </a:ext>
              </a:extLst>
            </p:cNvPr>
            <p:cNvSpPr>
              <a:spLocks noChangeArrowheads="1"/>
            </p:cNvSpPr>
            <p:nvPr/>
          </p:nvSpPr>
          <p:spPr bwMode="auto">
            <a:xfrm>
              <a:off x="3783" y="2544"/>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1" name="Rectangle 75">
              <a:extLst>
                <a:ext uri="{FF2B5EF4-FFF2-40B4-BE49-F238E27FC236}">
                  <a16:creationId xmlns:a16="http://schemas.microsoft.com/office/drawing/2014/main" id="{19599714-A248-4AD8-82D5-19A7B3B217D6}"/>
                </a:ext>
              </a:extLst>
            </p:cNvPr>
            <p:cNvSpPr>
              <a:spLocks noChangeArrowheads="1"/>
            </p:cNvSpPr>
            <p:nvPr/>
          </p:nvSpPr>
          <p:spPr bwMode="auto">
            <a:xfrm>
              <a:off x="3783" y="2536"/>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2" name="Rectangle 76">
              <a:extLst>
                <a:ext uri="{FF2B5EF4-FFF2-40B4-BE49-F238E27FC236}">
                  <a16:creationId xmlns:a16="http://schemas.microsoft.com/office/drawing/2014/main" id="{8D9AF32C-7E41-4784-9D61-B29B73761728}"/>
                </a:ext>
              </a:extLst>
            </p:cNvPr>
            <p:cNvSpPr>
              <a:spLocks noChangeArrowheads="1"/>
            </p:cNvSpPr>
            <p:nvPr/>
          </p:nvSpPr>
          <p:spPr bwMode="auto">
            <a:xfrm>
              <a:off x="3783" y="2528"/>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3" name="Rectangle 77">
              <a:extLst>
                <a:ext uri="{FF2B5EF4-FFF2-40B4-BE49-F238E27FC236}">
                  <a16:creationId xmlns:a16="http://schemas.microsoft.com/office/drawing/2014/main" id="{BC5E025E-19A6-470F-BD6D-E563702693D9}"/>
                </a:ext>
              </a:extLst>
            </p:cNvPr>
            <p:cNvSpPr>
              <a:spLocks noChangeArrowheads="1"/>
            </p:cNvSpPr>
            <p:nvPr/>
          </p:nvSpPr>
          <p:spPr bwMode="auto">
            <a:xfrm>
              <a:off x="3783" y="2520"/>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4" name="Rectangle 78">
              <a:extLst>
                <a:ext uri="{FF2B5EF4-FFF2-40B4-BE49-F238E27FC236}">
                  <a16:creationId xmlns:a16="http://schemas.microsoft.com/office/drawing/2014/main" id="{A7B7EAAB-6810-4FD3-9404-4596E240D4F5}"/>
                </a:ext>
              </a:extLst>
            </p:cNvPr>
            <p:cNvSpPr>
              <a:spLocks noChangeArrowheads="1"/>
            </p:cNvSpPr>
            <p:nvPr/>
          </p:nvSpPr>
          <p:spPr bwMode="auto">
            <a:xfrm>
              <a:off x="3783" y="2512"/>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5" name="Rectangle 79">
              <a:extLst>
                <a:ext uri="{FF2B5EF4-FFF2-40B4-BE49-F238E27FC236}">
                  <a16:creationId xmlns:a16="http://schemas.microsoft.com/office/drawing/2014/main" id="{F661032E-4079-4A8B-BC02-B0CF104E6FBD}"/>
                </a:ext>
              </a:extLst>
            </p:cNvPr>
            <p:cNvSpPr>
              <a:spLocks noChangeArrowheads="1"/>
            </p:cNvSpPr>
            <p:nvPr/>
          </p:nvSpPr>
          <p:spPr bwMode="auto">
            <a:xfrm>
              <a:off x="3783" y="2504"/>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6" name="Rectangle 80">
              <a:extLst>
                <a:ext uri="{FF2B5EF4-FFF2-40B4-BE49-F238E27FC236}">
                  <a16:creationId xmlns:a16="http://schemas.microsoft.com/office/drawing/2014/main" id="{0934141F-7212-4EB4-AE5C-C3B7B810B145}"/>
                </a:ext>
              </a:extLst>
            </p:cNvPr>
            <p:cNvSpPr>
              <a:spLocks noChangeArrowheads="1"/>
            </p:cNvSpPr>
            <p:nvPr/>
          </p:nvSpPr>
          <p:spPr bwMode="auto">
            <a:xfrm>
              <a:off x="3783" y="2496"/>
              <a:ext cx="1231" cy="8"/>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7" name="Rectangle 81">
              <a:extLst>
                <a:ext uri="{FF2B5EF4-FFF2-40B4-BE49-F238E27FC236}">
                  <a16:creationId xmlns:a16="http://schemas.microsoft.com/office/drawing/2014/main" id="{B4911A76-C26A-4D39-854C-844C39BD2303}"/>
                </a:ext>
              </a:extLst>
            </p:cNvPr>
            <p:cNvSpPr>
              <a:spLocks noChangeArrowheads="1"/>
            </p:cNvSpPr>
            <p:nvPr/>
          </p:nvSpPr>
          <p:spPr bwMode="auto">
            <a:xfrm>
              <a:off x="3783" y="2488"/>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8" name="Rectangle 82">
              <a:extLst>
                <a:ext uri="{FF2B5EF4-FFF2-40B4-BE49-F238E27FC236}">
                  <a16:creationId xmlns:a16="http://schemas.microsoft.com/office/drawing/2014/main" id="{A5FB53C2-724A-403A-B645-29587D6D6AAB}"/>
                </a:ext>
              </a:extLst>
            </p:cNvPr>
            <p:cNvSpPr>
              <a:spLocks noChangeArrowheads="1"/>
            </p:cNvSpPr>
            <p:nvPr/>
          </p:nvSpPr>
          <p:spPr bwMode="auto">
            <a:xfrm>
              <a:off x="3783" y="2480"/>
              <a:ext cx="1231" cy="8"/>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49" name="Rectangle 83">
              <a:extLst>
                <a:ext uri="{FF2B5EF4-FFF2-40B4-BE49-F238E27FC236}">
                  <a16:creationId xmlns:a16="http://schemas.microsoft.com/office/drawing/2014/main" id="{A917B2B4-B65A-4B3E-9E5B-8F79C7CB68B4}"/>
                </a:ext>
              </a:extLst>
            </p:cNvPr>
            <p:cNvSpPr>
              <a:spLocks noChangeArrowheads="1"/>
            </p:cNvSpPr>
            <p:nvPr/>
          </p:nvSpPr>
          <p:spPr bwMode="auto">
            <a:xfrm>
              <a:off x="3783" y="2472"/>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0" name="Rectangle 84">
              <a:extLst>
                <a:ext uri="{FF2B5EF4-FFF2-40B4-BE49-F238E27FC236}">
                  <a16:creationId xmlns:a16="http://schemas.microsoft.com/office/drawing/2014/main" id="{6FAE3D86-18B7-4FD8-84A4-1B718827DEF1}"/>
                </a:ext>
              </a:extLst>
            </p:cNvPr>
            <p:cNvSpPr>
              <a:spLocks noChangeArrowheads="1"/>
            </p:cNvSpPr>
            <p:nvPr/>
          </p:nvSpPr>
          <p:spPr bwMode="auto">
            <a:xfrm>
              <a:off x="3783" y="2465"/>
              <a:ext cx="1231" cy="7"/>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1" name="Rectangle 85">
              <a:extLst>
                <a:ext uri="{FF2B5EF4-FFF2-40B4-BE49-F238E27FC236}">
                  <a16:creationId xmlns:a16="http://schemas.microsoft.com/office/drawing/2014/main" id="{E36808DC-4F12-41EF-9B7C-31E0D2B591DA}"/>
                </a:ext>
              </a:extLst>
            </p:cNvPr>
            <p:cNvSpPr>
              <a:spLocks noChangeArrowheads="1"/>
            </p:cNvSpPr>
            <p:nvPr/>
          </p:nvSpPr>
          <p:spPr bwMode="auto">
            <a:xfrm>
              <a:off x="3783" y="2457"/>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2" name="Rectangle 86">
              <a:extLst>
                <a:ext uri="{FF2B5EF4-FFF2-40B4-BE49-F238E27FC236}">
                  <a16:creationId xmlns:a16="http://schemas.microsoft.com/office/drawing/2014/main" id="{11473956-028D-4F83-8585-94935959E5DF}"/>
                </a:ext>
              </a:extLst>
            </p:cNvPr>
            <p:cNvSpPr>
              <a:spLocks noChangeArrowheads="1"/>
            </p:cNvSpPr>
            <p:nvPr/>
          </p:nvSpPr>
          <p:spPr bwMode="auto">
            <a:xfrm>
              <a:off x="3783" y="2449"/>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3" name="Rectangle 87">
              <a:extLst>
                <a:ext uri="{FF2B5EF4-FFF2-40B4-BE49-F238E27FC236}">
                  <a16:creationId xmlns:a16="http://schemas.microsoft.com/office/drawing/2014/main" id="{AFC15CE3-41B9-4521-A4D9-D1FCF7CC8A07}"/>
                </a:ext>
              </a:extLst>
            </p:cNvPr>
            <p:cNvSpPr>
              <a:spLocks noChangeArrowheads="1"/>
            </p:cNvSpPr>
            <p:nvPr/>
          </p:nvSpPr>
          <p:spPr bwMode="auto">
            <a:xfrm>
              <a:off x="3783" y="2441"/>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4" name="Rectangle 88">
              <a:extLst>
                <a:ext uri="{FF2B5EF4-FFF2-40B4-BE49-F238E27FC236}">
                  <a16:creationId xmlns:a16="http://schemas.microsoft.com/office/drawing/2014/main" id="{7276A2AB-C7F3-48E0-A242-03D991061506}"/>
                </a:ext>
              </a:extLst>
            </p:cNvPr>
            <p:cNvSpPr>
              <a:spLocks noChangeArrowheads="1"/>
            </p:cNvSpPr>
            <p:nvPr/>
          </p:nvSpPr>
          <p:spPr bwMode="auto">
            <a:xfrm>
              <a:off x="3783" y="2433"/>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5" name="Rectangle 89">
              <a:extLst>
                <a:ext uri="{FF2B5EF4-FFF2-40B4-BE49-F238E27FC236}">
                  <a16:creationId xmlns:a16="http://schemas.microsoft.com/office/drawing/2014/main" id="{3D30BD0B-316E-4238-B786-7FDBF75D0BF1}"/>
                </a:ext>
              </a:extLst>
            </p:cNvPr>
            <p:cNvSpPr>
              <a:spLocks noChangeArrowheads="1"/>
            </p:cNvSpPr>
            <p:nvPr/>
          </p:nvSpPr>
          <p:spPr bwMode="auto">
            <a:xfrm>
              <a:off x="3783" y="2425"/>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6" name="Rectangle 90">
              <a:extLst>
                <a:ext uri="{FF2B5EF4-FFF2-40B4-BE49-F238E27FC236}">
                  <a16:creationId xmlns:a16="http://schemas.microsoft.com/office/drawing/2014/main" id="{7B895DC0-173A-4340-8806-83152DA9FCFD}"/>
                </a:ext>
              </a:extLst>
            </p:cNvPr>
            <p:cNvSpPr>
              <a:spLocks noChangeArrowheads="1"/>
            </p:cNvSpPr>
            <p:nvPr/>
          </p:nvSpPr>
          <p:spPr bwMode="auto">
            <a:xfrm>
              <a:off x="3783" y="2417"/>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7" name="Rectangle 91">
              <a:extLst>
                <a:ext uri="{FF2B5EF4-FFF2-40B4-BE49-F238E27FC236}">
                  <a16:creationId xmlns:a16="http://schemas.microsoft.com/office/drawing/2014/main" id="{75B28C2E-DD14-4C31-9B71-35861DD9E399}"/>
                </a:ext>
              </a:extLst>
            </p:cNvPr>
            <p:cNvSpPr>
              <a:spLocks noChangeArrowheads="1"/>
            </p:cNvSpPr>
            <p:nvPr/>
          </p:nvSpPr>
          <p:spPr bwMode="auto">
            <a:xfrm>
              <a:off x="3783" y="2417"/>
              <a:ext cx="1231" cy="451"/>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58" name="Rectangle 92">
              <a:extLst>
                <a:ext uri="{FF2B5EF4-FFF2-40B4-BE49-F238E27FC236}">
                  <a16:creationId xmlns:a16="http://schemas.microsoft.com/office/drawing/2014/main" id="{2C2CBBD4-5763-4E1F-8B11-DAD2E372DF3F}"/>
                </a:ext>
              </a:extLst>
            </p:cNvPr>
            <p:cNvSpPr>
              <a:spLocks noChangeArrowheads="1"/>
            </p:cNvSpPr>
            <p:nvPr/>
          </p:nvSpPr>
          <p:spPr bwMode="auto">
            <a:xfrm>
              <a:off x="4133" y="2441"/>
              <a:ext cx="508"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59" name="Rectangle 93">
              <a:extLst>
                <a:ext uri="{FF2B5EF4-FFF2-40B4-BE49-F238E27FC236}">
                  <a16:creationId xmlns:a16="http://schemas.microsoft.com/office/drawing/2014/main" id="{7F1DA278-F86F-4319-BEB9-54366D2BE902}"/>
                </a:ext>
              </a:extLst>
            </p:cNvPr>
            <p:cNvSpPr>
              <a:spLocks noChangeArrowheads="1"/>
            </p:cNvSpPr>
            <p:nvPr/>
          </p:nvSpPr>
          <p:spPr bwMode="auto">
            <a:xfrm>
              <a:off x="4188" y="2441"/>
              <a:ext cx="42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0" u="none" strike="noStrike" cap="none" normalizeH="0" baseline="0" dirty="0">
                  <a:ln>
                    <a:noFill/>
                  </a:ln>
                  <a:solidFill>
                    <a:srgbClr val="000000"/>
                  </a:solidFill>
                  <a:effectLst/>
                  <a:latin typeface="Tahoma" panose="020B0604030504040204" pitchFamily="34" charset="0"/>
                </a:rPr>
                <a:t>Mammal</a:t>
              </a: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1060" name="Freeform 94">
              <a:extLst>
                <a:ext uri="{FF2B5EF4-FFF2-40B4-BE49-F238E27FC236}">
                  <a16:creationId xmlns:a16="http://schemas.microsoft.com/office/drawing/2014/main" id="{09FBF4FD-992B-419D-B20A-D05768D8557A}"/>
                </a:ext>
              </a:extLst>
            </p:cNvPr>
            <p:cNvSpPr>
              <a:spLocks/>
            </p:cNvSpPr>
            <p:nvPr/>
          </p:nvSpPr>
          <p:spPr bwMode="auto">
            <a:xfrm>
              <a:off x="3783" y="2591"/>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61" name="Line 95">
              <a:extLst>
                <a:ext uri="{FF2B5EF4-FFF2-40B4-BE49-F238E27FC236}">
                  <a16:creationId xmlns:a16="http://schemas.microsoft.com/office/drawing/2014/main" id="{120AC146-65D9-40B6-86A8-0F224E806E77}"/>
                </a:ext>
              </a:extLst>
            </p:cNvPr>
            <p:cNvSpPr>
              <a:spLocks noChangeShapeType="1"/>
            </p:cNvSpPr>
            <p:nvPr/>
          </p:nvSpPr>
          <p:spPr bwMode="auto">
            <a:xfrm>
              <a:off x="3783" y="2647"/>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62" name="Line 96">
              <a:extLst>
                <a:ext uri="{FF2B5EF4-FFF2-40B4-BE49-F238E27FC236}">
                  <a16:creationId xmlns:a16="http://schemas.microsoft.com/office/drawing/2014/main" id="{E3CE10C3-A89C-4E05-8588-9A7397CAE0B9}"/>
                </a:ext>
              </a:extLst>
            </p:cNvPr>
            <p:cNvSpPr>
              <a:spLocks noChangeShapeType="1"/>
            </p:cNvSpPr>
            <p:nvPr/>
          </p:nvSpPr>
          <p:spPr bwMode="auto">
            <a:xfrm flipV="1">
              <a:off x="4427" y="2069"/>
              <a:ext cx="0" cy="340"/>
            </a:xfrm>
            <a:prstGeom prst="line">
              <a:avLst/>
            </a:prstGeom>
            <a:noFill/>
            <a:ln w="11113">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63" name="Freeform 97">
              <a:extLst>
                <a:ext uri="{FF2B5EF4-FFF2-40B4-BE49-F238E27FC236}">
                  <a16:creationId xmlns:a16="http://schemas.microsoft.com/office/drawing/2014/main" id="{430E77F0-DF9A-4E94-8C18-0AD63C5A4768}"/>
                </a:ext>
              </a:extLst>
            </p:cNvPr>
            <p:cNvSpPr>
              <a:spLocks/>
            </p:cNvSpPr>
            <p:nvPr/>
          </p:nvSpPr>
          <p:spPr bwMode="auto">
            <a:xfrm>
              <a:off x="4363" y="2069"/>
              <a:ext cx="127" cy="95"/>
            </a:xfrm>
            <a:custGeom>
              <a:avLst/>
              <a:gdLst>
                <a:gd name="T0" fmla="*/ 0 w 127"/>
                <a:gd name="T1" fmla="*/ 95 h 95"/>
                <a:gd name="T2" fmla="*/ 64 w 127"/>
                <a:gd name="T3" fmla="*/ 0 h 95"/>
                <a:gd name="T4" fmla="*/ 127 w 127"/>
                <a:gd name="T5" fmla="*/ 95 h 95"/>
                <a:gd name="T6" fmla="*/ 0 w 127"/>
                <a:gd name="T7" fmla="*/ 95 h 95"/>
              </a:gdLst>
              <a:ahLst/>
              <a:cxnLst>
                <a:cxn ang="0">
                  <a:pos x="T0" y="T1"/>
                </a:cxn>
                <a:cxn ang="0">
                  <a:pos x="T2" y="T3"/>
                </a:cxn>
                <a:cxn ang="0">
                  <a:pos x="T4" y="T5"/>
                </a:cxn>
                <a:cxn ang="0">
                  <a:pos x="T6" y="T7"/>
                </a:cxn>
              </a:cxnLst>
              <a:rect l="0" t="0" r="r" b="b"/>
              <a:pathLst>
                <a:path w="127" h="95">
                  <a:moveTo>
                    <a:pt x="0" y="95"/>
                  </a:moveTo>
                  <a:lnTo>
                    <a:pt x="64" y="0"/>
                  </a:lnTo>
                  <a:lnTo>
                    <a:pt x="127" y="95"/>
                  </a:lnTo>
                  <a:lnTo>
                    <a:pt x="0" y="95"/>
                  </a:lnTo>
                  <a:close/>
                </a:path>
              </a:pathLst>
            </a:custGeom>
            <a:solidFill>
              <a:srgbClr val="000000"/>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064" name="Freeform 98">
              <a:extLst>
                <a:ext uri="{FF2B5EF4-FFF2-40B4-BE49-F238E27FC236}">
                  <a16:creationId xmlns:a16="http://schemas.microsoft.com/office/drawing/2014/main" id="{7D8E1295-F597-4DC2-B091-AB390E7273EA}"/>
                </a:ext>
              </a:extLst>
            </p:cNvPr>
            <p:cNvSpPr>
              <a:spLocks/>
            </p:cNvSpPr>
            <p:nvPr/>
          </p:nvSpPr>
          <p:spPr bwMode="auto">
            <a:xfrm>
              <a:off x="4363" y="2069"/>
              <a:ext cx="127" cy="95"/>
            </a:xfrm>
            <a:custGeom>
              <a:avLst/>
              <a:gdLst>
                <a:gd name="T0" fmla="*/ 0 w 127"/>
                <a:gd name="T1" fmla="*/ 95 h 95"/>
                <a:gd name="T2" fmla="*/ 64 w 127"/>
                <a:gd name="T3" fmla="*/ 0 h 95"/>
                <a:gd name="T4" fmla="*/ 127 w 127"/>
                <a:gd name="T5" fmla="*/ 95 h 95"/>
                <a:gd name="T6" fmla="*/ 0 w 127"/>
                <a:gd name="T7" fmla="*/ 95 h 95"/>
              </a:gdLst>
              <a:ahLst/>
              <a:cxnLst>
                <a:cxn ang="0">
                  <a:pos x="T0" y="T1"/>
                </a:cxn>
                <a:cxn ang="0">
                  <a:pos x="T2" y="T3"/>
                </a:cxn>
                <a:cxn ang="0">
                  <a:pos x="T4" y="T5"/>
                </a:cxn>
                <a:cxn ang="0">
                  <a:pos x="T6" y="T7"/>
                </a:cxn>
              </a:cxnLst>
              <a:rect l="0" t="0" r="r" b="b"/>
              <a:pathLst>
                <a:path w="127" h="95">
                  <a:moveTo>
                    <a:pt x="0" y="95"/>
                  </a:moveTo>
                  <a:lnTo>
                    <a:pt x="64" y="0"/>
                  </a:lnTo>
                  <a:lnTo>
                    <a:pt x="127" y="95"/>
                  </a:lnTo>
                  <a:lnTo>
                    <a:pt x="0" y="95"/>
                  </a:lnTo>
                  <a:close/>
                </a:path>
              </a:pathLst>
            </a:custGeom>
            <a:solidFill>
              <a:srgbClr val="FFFFFF"/>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065" name="Rectangle 99">
              <a:extLst>
                <a:ext uri="{FF2B5EF4-FFF2-40B4-BE49-F238E27FC236}">
                  <a16:creationId xmlns:a16="http://schemas.microsoft.com/office/drawing/2014/main" id="{C5F67DF1-132E-4A82-A5C3-6223924765FC}"/>
                </a:ext>
              </a:extLst>
            </p:cNvPr>
            <p:cNvSpPr>
              <a:spLocks noChangeArrowheads="1"/>
            </p:cNvSpPr>
            <p:nvPr/>
          </p:nvSpPr>
          <p:spPr bwMode="auto">
            <a:xfrm>
              <a:off x="3783" y="3375"/>
              <a:ext cx="1231" cy="460"/>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1066" name="Rectangle 100">
              <a:extLst>
                <a:ext uri="{FF2B5EF4-FFF2-40B4-BE49-F238E27FC236}">
                  <a16:creationId xmlns:a16="http://schemas.microsoft.com/office/drawing/2014/main" id="{12A380F1-4614-406D-9EFB-6208E58E1708}"/>
                </a:ext>
              </a:extLst>
            </p:cNvPr>
            <p:cNvSpPr>
              <a:spLocks noChangeArrowheads="1"/>
            </p:cNvSpPr>
            <p:nvPr/>
          </p:nvSpPr>
          <p:spPr bwMode="auto">
            <a:xfrm>
              <a:off x="3783" y="3827"/>
              <a:ext cx="1231" cy="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67" name="Rectangle 101">
              <a:extLst>
                <a:ext uri="{FF2B5EF4-FFF2-40B4-BE49-F238E27FC236}">
                  <a16:creationId xmlns:a16="http://schemas.microsoft.com/office/drawing/2014/main" id="{B779D0DE-AA12-46A2-BB0C-FDBE996AF50A}"/>
                </a:ext>
              </a:extLst>
            </p:cNvPr>
            <p:cNvSpPr>
              <a:spLocks noChangeArrowheads="1"/>
            </p:cNvSpPr>
            <p:nvPr/>
          </p:nvSpPr>
          <p:spPr bwMode="auto">
            <a:xfrm>
              <a:off x="3783" y="3819"/>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68" name="Rectangle 102">
              <a:extLst>
                <a:ext uri="{FF2B5EF4-FFF2-40B4-BE49-F238E27FC236}">
                  <a16:creationId xmlns:a16="http://schemas.microsoft.com/office/drawing/2014/main" id="{79333DF5-EDF6-42C5-ACDC-D48F4584C78F}"/>
                </a:ext>
              </a:extLst>
            </p:cNvPr>
            <p:cNvSpPr>
              <a:spLocks noChangeArrowheads="1"/>
            </p:cNvSpPr>
            <p:nvPr/>
          </p:nvSpPr>
          <p:spPr bwMode="auto">
            <a:xfrm>
              <a:off x="3783" y="3811"/>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69" name="Rectangle 103">
              <a:extLst>
                <a:ext uri="{FF2B5EF4-FFF2-40B4-BE49-F238E27FC236}">
                  <a16:creationId xmlns:a16="http://schemas.microsoft.com/office/drawing/2014/main" id="{597986B9-E2D9-4D30-B5F9-C1907CEE7757}"/>
                </a:ext>
              </a:extLst>
            </p:cNvPr>
            <p:cNvSpPr>
              <a:spLocks noChangeArrowheads="1"/>
            </p:cNvSpPr>
            <p:nvPr/>
          </p:nvSpPr>
          <p:spPr bwMode="auto">
            <a:xfrm>
              <a:off x="3783" y="3803"/>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0" name="Rectangle 104">
              <a:extLst>
                <a:ext uri="{FF2B5EF4-FFF2-40B4-BE49-F238E27FC236}">
                  <a16:creationId xmlns:a16="http://schemas.microsoft.com/office/drawing/2014/main" id="{691E6E92-BF81-4875-8238-FE064F3FADD7}"/>
                </a:ext>
              </a:extLst>
            </p:cNvPr>
            <p:cNvSpPr>
              <a:spLocks noChangeArrowheads="1"/>
            </p:cNvSpPr>
            <p:nvPr/>
          </p:nvSpPr>
          <p:spPr bwMode="auto">
            <a:xfrm>
              <a:off x="3783" y="3795"/>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1" name="Rectangle 105">
              <a:extLst>
                <a:ext uri="{FF2B5EF4-FFF2-40B4-BE49-F238E27FC236}">
                  <a16:creationId xmlns:a16="http://schemas.microsoft.com/office/drawing/2014/main" id="{7DD5183B-6657-42D5-83BA-339C217E85BA}"/>
                </a:ext>
              </a:extLst>
            </p:cNvPr>
            <p:cNvSpPr>
              <a:spLocks noChangeArrowheads="1"/>
            </p:cNvSpPr>
            <p:nvPr/>
          </p:nvSpPr>
          <p:spPr bwMode="auto">
            <a:xfrm>
              <a:off x="3783" y="3787"/>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2" name="Rectangle 106">
              <a:extLst>
                <a:ext uri="{FF2B5EF4-FFF2-40B4-BE49-F238E27FC236}">
                  <a16:creationId xmlns:a16="http://schemas.microsoft.com/office/drawing/2014/main" id="{7DFC0739-D1E4-46A4-8C31-955193AAA789}"/>
                </a:ext>
              </a:extLst>
            </p:cNvPr>
            <p:cNvSpPr>
              <a:spLocks noChangeArrowheads="1"/>
            </p:cNvSpPr>
            <p:nvPr/>
          </p:nvSpPr>
          <p:spPr bwMode="auto">
            <a:xfrm>
              <a:off x="3783" y="3779"/>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4" name="Rectangle 107">
              <a:extLst>
                <a:ext uri="{FF2B5EF4-FFF2-40B4-BE49-F238E27FC236}">
                  <a16:creationId xmlns:a16="http://schemas.microsoft.com/office/drawing/2014/main" id="{43DF1742-A23F-40CD-BC84-41410FF75519}"/>
                </a:ext>
              </a:extLst>
            </p:cNvPr>
            <p:cNvSpPr>
              <a:spLocks noChangeArrowheads="1"/>
            </p:cNvSpPr>
            <p:nvPr/>
          </p:nvSpPr>
          <p:spPr bwMode="auto">
            <a:xfrm>
              <a:off x="3783" y="3771"/>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5" name="Rectangle 108">
              <a:extLst>
                <a:ext uri="{FF2B5EF4-FFF2-40B4-BE49-F238E27FC236}">
                  <a16:creationId xmlns:a16="http://schemas.microsoft.com/office/drawing/2014/main" id="{310E923A-BBA6-4404-9894-BDC05D0AF583}"/>
                </a:ext>
              </a:extLst>
            </p:cNvPr>
            <p:cNvSpPr>
              <a:spLocks noChangeArrowheads="1"/>
            </p:cNvSpPr>
            <p:nvPr/>
          </p:nvSpPr>
          <p:spPr bwMode="auto">
            <a:xfrm>
              <a:off x="3783" y="3763"/>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6" name="Rectangle 109">
              <a:extLst>
                <a:ext uri="{FF2B5EF4-FFF2-40B4-BE49-F238E27FC236}">
                  <a16:creationId xmlns:a16="http://schemas.microsoft.com/office/drawing/2014/main" id="{9C9BD993-CA37-4A64-B7C4-BFBB444B6A76}"/>
                </a:ext>
              </a:extLst>
            </p:cNvPr>
            <p:cNvSpPr>
              <a:spLocks noChangeArrowheads="1"/>
            </p:cNvSpPr>
            <p:nvPr/>
          </p:nvSpPr>
          <p:spPr bwMode="auto">
            <a:xfrm>
              <a:off x="3783" y="3756"/>
              <a:ext cx="1231" cy="7"/>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7" name="Rectangle 110">
              <a:extLst>
                <a:ext uri="{FF2B5EF4-FFF2-40B4-BE49-F238E27FC236}">
                  <a16:creationId xmlns:a16="http://schemas.microsoft.com/office/drawing/2014/main" id="{16383B44-FE63-45C5-B499-999D91624F33}"/>
                </a:ext>
              </a:extLst>
            </p:cNvPr>
            <p:cNvSpPr>
              <a:spLocks noChangeArrowheads="1"/>
            </p:cNvSpPr>
            <p:nvPr/>
          </p:nvSpPr>
          <p:spPr bwMode="auto">
            <a:xfrm>
              <a:off x="3783" y="3748"/>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8" name="Rectangle 111">
              <a:extLst>
                <a:ext uri="{FF2B5EF4-FFF2-40B4-BE49-F238E27FC236}">
                  <a16:creationId xmlns:a16="http://schemas.microsoft.com/office/drawing/2014/main" id="{41332573-EEC3-4E64-A142-5BDFFDED15D3}"/>
                </a:ext>
              </a:extLst>
            </p:cNvPr>
            <p:cNvSpPr>
              <a:spLocks noChangeArrowheads="1"/>
            </p:cNvSpPr>
            <p:nvPr/>
          </p:nvSpPr>
          <p:spPr bwMode="auto">
            <a:xfrm>
              <a:off x="3783" y="3740"/>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79" name="Rectangle 112">
              <a:extLst>
                <a:ext uri="{FF2B5EF4-FFF2-40B4-BE49-F238E27FC236}">
                  <a16:creationId xmlns:a16="http://schemas.microsoft.com/office/drawing/2014/main" id="{90A1374E-29BF-4635-B92B-E4B3ACCDE02B}"/>
                </a:ext>
              </a:extLst>
            </p:cNvPr>
            <p:cNvSpPr>
              <a:spLocks noChangeArrowheads="1"/>
            </p:cNvSpPr>
            <p:nvPr/>
          </p:nvSpPr>
          <p:spPr bwMode="auto">
            <a:xfrm>
              <a:off x="3783" y="3732"/>
              <a:ext cx="1231" cy="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0" name="Rectangle 113">
              <a:extLst>
                <a:ext uri="{FF2B5EF4-FFF2-40B4-BE49-F238E27FC236}">
                  <a16:creationId xmlns:a16="http://schemas.microsoft.com/office/drawing/2014/main" id="{D99265FB-64BE-4ED2-B940-D9267BE301AD}"/>
                </a:ext>
              </a:extLst>
            </p:cNvPr>
            <p:cNvSpPr>
              <a:spLocks noChangeArrowheads="1"/>
            </p:cNvSpPr>
            <p:nvPr/>
          </p:nvSpPr>
          <p:spPr bwMode="auto">
            <a:xfrm>
              <a:off x="3783" y="3724"/>
              <a:ext cx="1231" cy="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1" name="Rectangle 114">
              <a:extLst>
                <a:ext uri="{FF2B5EF4-FFF2-40B4-BE49-F238E27FC236}">
                  <a16:creationId xmlns:a16="http://schemas.microsoft.com/office/drawing/2014/main" id="{E202BD8D-E28F-4293-AC5A-EAFF395AA52F}"/>
                </a:ext>
              </a:extLst>
            </p:cNvPr>
            <p:cNvSpPr>
              <a:spLocks noChangeArrowheads="1"/>
            </p:cNvSpPr>
            <p:nvPr/>
          </p:nvSpPr>
          <p:spPr bwMode="auto">
            <a:xfrm>
              <a:off x="3783" y="3716"/>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2" name="Rectangle 115">
              <a:extLst>
                <a:ext uri="{FF2B5EF4-FFF2-40B4-BE49-F238E27FC236}">
                  <a16:creationId xmlns:a16="http://schemas.microsoft.com/office/drawing/2014/main" id="{CF3BEA21-8D43-4A89-892B-D3B2747338C0}"/>
                </a:ext>
              </a:extLst>
            </p:cNvPr>
            <p:cNvSpPr>
              <a:spLocks noChangeArrowheads="1"/>
            </p:cNvSpPr>
            <p:nvPr/>
          </p:nvSpPr>
          <p:spPr bwMode="auto">
            <a:xfrm>
              <a:off x="3783" y="3375"/>
              <a:ext cx="1231" cy="460"/>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83" name="Rectangle 116">
              <a:extLst>
                <a:ext uri="{FF2B5EF4-FFF2-40B4-BE49-F238E27FC236}">
                  <a16:creationId xmlns:a16="http://schemas.microsoft.com/office/drawing/2014/main" id="{858203D3-B09C-44AB-8849-F33807F94E3E}"/>
                </a:ext>
              </a:extLst>
            </p:cNvPr>
            <p:cNvSpPr>
              <a:spLocks noChangeArrowheads="1"/>
            </p:cNvSpPr>
            <p:nvPr/>
          </p:nvSpPr>
          <p:spPr bwMode="auto">
            <a:xfrm>
              <a:off x="3783" y="3542"/>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4" name="Rectangle 117">
              <a:extLst>
                <a:ext uri="{FF2B5EF4-FFF2-40B4-BE49-F238E27FC236}">
                  <a16:creationId xmlns:a16="http://schemas.microsoft.com/office/drawing/2014/main" id="{F5D0844C-D718-45D7-AB89-6E8D4F60B437}"/>
                </a:ext>
              </a:extLst>
            </p:cNvPr>
            <p:cNvSpPr>
              <a:spLocks noChangeArrowheads="1"/>
            </p:cNvSpPr>
            <p:nvPr/>
          </p:nvSpPr>
          <p:spPr bwMode="auto">
            <a:xfrm>
              <a:off x="3783" y="3534"/>
              <a:ext cx="1231" cy="8"/>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5" name="Rectangle 118">
              <a:extLst>
                <a:ext uri="{FF2B5EF4-FFF2-40B4-BE49-F238E27FC236}">
                  <a16:creationId xmlns:a16="http://schemas.microsoft.com/office/drawing/2014/main" id="{0D5BAF23-69EB-48B2-AB9A-3E0168A98E65}"/>
                </a:ext>
              </a:extLst>
            </p:cNvPr>
            <p:cNvSpPr>
              <a:spLocks noChangeArrowheads="1"/>
            </p:cNvSpPr>
            <p:nvPr/>
          </p:nvSpPr>
          <p:spPr bwMode="auto">
            <a:xfrm>
              <a:off x="3783" y="3526"/>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6" name="Rectangle 119">
              <a:extLst>
                <a:ext uri="{FF2B5EF4-FFF2-40B4-BE49-F238E27FC236}">
                  <a16:creationId xmlns:a16="http://schemas.microsoft.com/office/drawing/2014/main" id="{DE705C0B-369E-4963-B528-13E6A8094E9F}"/>
                </a:ext>
              </a:extLst>
            </p:cNvPr>
            <p:cNvSpPr>
              <a:spLocks noChangeArrowheads="1"/>
            </p:cNvSpPr>
            <p:nvPr/>
          </p:nvSpPr>
          <p:spPr bwMode="auto">
            <a:xfrm>
              <a:off x="3783" y="3518"/>
              <a:ext cx="1231" cy="8"/>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7" name="Rectangle 120">
              <a:extLst>
                <a:ext uri="{FF2B5EF4-FFF2-40B4-BE49-F238E27FC236}">
                  <a16:creationId xmlns:a16="http://schemas.microsoft.com/office/drawing/2014/main" id="{3643BFDB-8D44-44E4-8EE3-3168F0155B75}"/>
                </a:ext>
              </a:extLst>
            </p:cNvPr>
            <p:cNvSpPr>
              <a:spLocks noChangeArrowheads="1"/>
            </p:cNvSpPr>
            <p:nvPr/>
          </p:nvSpPr>
          <p:spPr bwMode="auto">
            <a:xfrm>
              <a:off x="3783" y="3510"/>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8" name="Rectangle 121">
              <a:extLst>
                <a:ext uri="{FF2B5EF4-FFF2-40B4-BE49-F238E27FC236}">
                  <a16:creationId xmlns:a16="http://schemas.microsoft.com/office/drawing/2014/main" id="{05E968A2-8A44-4BC5-B28E-1FD19B787CB7}"/>
                </a:ext>
              </a:extLst>
            </p:cNvPr>
            <p:cNvSpPr>
              <a:spLocks noChangeArrowheads="1"/>
            </p:cNvSpPr>
            <p:nvPr/>
          </p:nvSpPr>
          <p:spPr bwMode="auto">
            <a:xfrm>
              <a:off x="3783" y="3502"/>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9" name="Rectangle 122">
              <a:extLst>
                <a:ext uri="{FF2B5EF4-FFF2-40B4-BE49-F238E27FC236}">
                  <a16:creationId xmlns:a16="http://schemas.microsoft.com/office/drawing/2014/main" id="{001C4B60-E9C6-4438-8294-6AFEBDC66CE7}"/>
                </a:ext>
              </a:extLst>
            </p:cNvPr>
            <p:cNvSpPr>
              <a:spLocks noChangeArrowheads="1"/>
            </p:cNvSpPr>
            <p:nvPr/>
          </p:nvSpPr>
          <p:spPr bwMode="auto">
            <a:xfrm>
              <a:off x="3783" y="3494"/>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0" name="Rectangle 123">
              <a:extLst>
                <a:ext uri="{FF2B5EF4-FFF2-40B4-BE49-F238E27FC236}">
                  <a16:creationId xmlns:a16="http://schemas.microsoft.com/office/drawing/2014/main" id="{8EFF351E-9E18-46AA-9BB8-AA1793522DC7}"/>
                </a:ext>
              </a:extLst>
            </p:cNvPr>
            <p:cNvSpPr>
              <a:spLocks noChangeArrowheads="1"/>
            </p:cNvSpPr>
            <p:nvPr/>
          </p:nvSpPr>
          <p:spPr bwMode="auto">
            <a:xfrm>
              <a:off x="3783" y="3486"/>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1" name="Rectangle 124">
              <a:extLst>
                <a:ext uri="{FF2B5EF4-FFF2-40B4-BE49-F238E27FC236}">
                  <a16:creationId xmlns:a16="http://schemas.microsoft.com/office/drawing/2014/main" id="{55072267-144D-4842-B0BB-FFBD69ACCA90}"/>
                </a:ext>
              </a:extLst>
            </p:cNvPr>
            <p:cNvSpPr>
              <a:spLocks noChangeArrowheads="1"/>
            </p:cNvSpPr>
            <p:nvPr/>
          </p:nvSpPr>
          <p:spPr bwMode="auto">
            <a:xfrm>
              <a:off x="3783" y="3478"/>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2" name="Rectangle 125">
              <a:extLst>
                <a:ext uri="{FF2B5EF4-FFF2-40B4-BE49-F238E27FC236}">
                  <a16:creationId xmlns:a16="http://schemas.microsoft.com/office/drawing/2014/main" id="{4E1F50E8-05D2-43F3-B1C3-0CF3E7DCB784}"/>
                </a:ext>
              </a:extLst>
            </p:cNvPr>
            <p:cNvSpPr>
              <a:spLocks noChangeArrowheads="1"/>
            </p:cNvSpPr>
            <p:nvPr/>
          </p:nvSpPr>
          <p:spPr bwMode="auto">
            <a:xfrm>
              <a:off x="3783" y="3470"/>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3" name="Rectangle 126">
              <a:extLst>
                <a:ext uri="{FF2B5EF4-FFF2-40B4-BE49-F238E27FC236}">
                  <a16:creationId xmlns:a16="http://schemas.microsoft.com/office/drawing/2014/main" id="{46FC7934-1574-4F82-ABC1-9D53950B5235}"/>
                </a:ext>
              </a:extLst>
            </p:cNvPr>
            <p:cNvSpPr>
              <a:spLocks noChangeArrowheads="1"/>
            </p:cNvSpPr>
            <p:nvPr/>
          </p:nvSpPr>
          <p:spPr bwMode="auto">
            <a:xfrm>
              <a:off x="3783" y="3462"/>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4" name="Rectangle 127">
              <a:extLst>
                <a:ext uri="{FF2B5EF4-FFF2-40B4-BE49-F238E27FC236}">
                  <a16:creationId xmlns:a16="http://schemas.microsoft.com/office/drawing/2014/main" id="{DB6066E6-A5E0-46F5-A5A3-3FA62B141D53}"/>
                </a:ext>
              </a:extLst>
            </p:cNvPr>
            <p:cNvSpPr>
              <a:spLocks noChangeArrowheads="1"/>
            </p:cNvSpPr>
            <p:nvPr/>
          </p:nvSpPr>
          <p:spPr bwMode="auto">
            <a:xfrm>
              <a:off x="3783" y="3455"/>
              <a:ext cx="1231" cy="7"/>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5" name="Rectangle 128">
              <a:extLst>
                <a:ext uri="{FF2B5EF4-FFF2-40B4-BE49-F238E27FC236}">
                  <a16:creationId xmlns:a16="http://schemas.microsoft.com/office/drawing/2014/main" id="{25F4137B-6B9C-4CA9-B669-56ED2DB49D35}"/>
                </a:ext>
              </a:extLst>
            </p:cNvPr>
            <p:cNvSpPr>
              <a:spLocks noChangeArrowheads="1"/>
            </p:cNvSpPr>
            <p:nvPr/>
          </p:nvSpPr>
          <p:spPr bwMode="auto">
            <a:xfrm>
              <a:off x="3783" y="3447"/>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6" name="Rectangle 129">
              <a:extLst>
                <a:ext uri="{FF2B5EF4-FFF2-40B4-BE49-F238E27FC236}">
                  <a16:creationId xmlns:a16="http://schemas.microsoft.com/office/drawing/2014/main" id="{9F0DE1A1-0CAC-478D-97E0-ABAF62E4055B}"/>
                </a:ext>
              </a:extLst>
            </p:cNvPr>
            <p:cNvSpPr>
              <a:spLocks noChangeArrowheads="1"/>
            </p:cNvSpPr>
            <p:nvPr/>
          </p:nvSpPr>
          <p:spPr bwMode="auto">
            <a:xfrm>
              <a:off x="3783" y="3439"/>
              <a:ext cx="1231" cy="8"/>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7" name="Rectangle 130">
              <a:extLst>
                <a:ext uri="{FF2B5EF4-FFF2-40B4-BE49-F238E27FC236}">
                  <a16:creationId xmlns:a16="http://schemas.microsoft.com/office/drawing/2014/main" id="{DF2C9666-43D0-4163-8823-050DA6CB6613}"/>
                </a:ext>
              </a:extLst>
            </p:cNvPr>
            <p:cNvSpPr>
              <a:spLocks noChangeArrowheads="1"/>
            </p:cNvSpPr>
            <p:nvPr/>
          </p:nvSpPr>
          <p:spPr bwMode="auto">
            <a:xfrm>
              <a:off x="3783" y="3431"/>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8" name="Rectangle 131">
              <a:extLst>
                <a:ext uri="{FF2B5EF4-FFF2-40B4-BE49-F238E27FC236}">
                  <a16:creationId xmlns:a16="http://schemas.microsoft.com/office/drawing/2014/main" id="{C4AC5C73-80E1-415B-9632-1A723185F4A7}"/>
                </a:ext>
              </a:extLst>
            </p:cNvPr>
            <p:cNvSpPr>
              <a:spLocks noChangeArrowheads="1"/>
            </p:cNvSpPr>
            <p:nvPr/>
          </p:nvSpPr>
          <p:spPr bwMode="auto">
            <a:xfrm>
              <a:off x="3783" y="3423"/>
              <a:ext cx="1231" cy="8"/>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9" name="Rectangle 132">
              <a:extLst>
                <a:ext uri="{FF2B5EF4-FFF2-40B4-BE49-F238E27FC236}">
                  <a16:creationId xmlns:a16="http://schemas.microsoft.com/office/drawing/2014/main" id="{8B1BDE36-93B4-4961-AB28-FAD3EBB5EF3B}"/>
                </a:ext>
              </a:extLst>
            </p:cNvPr>
            <p:cNvSpPr>
              <a:spLocks noChangeArrowheads="1"/>
            </p:cNvSpPr>
            <p:nvPr/>
          </p:nvSpPr>
          <p:spPr bwMode="auto">
            <a:xfrm>
              <a:off x="3783" y="3415"/>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0" name="Rectangle 133">
              <a:extLst>
                <a:ext uri="{FF2B5EF4-FFF2-40B4-BE49-F238E27FC236}">
                  <a16:creationId xmlns:a16="http://schemas.microsoft.com/office/drawing/2014/main" id="{0E9BB82F-473B-4F49-9C94-3BAF5C5DEEC9}"/>
                </a:ext>
              </a:extLst>
            </p:cNvPr>
            <p:cNvSpPr>
              <a:spLocks noChangeArrowheads="1"/>
            </p:cNvSpPr>
            <p:nvPr/>
          </p:nvSpPr>
          <p:spPr bwMode="auto">
            <a:xfrm>
              <a:off x="3783" y="3407"/>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1" name="Rectangle 134">
              <a:extLst>
                <a:ext uri="{FF2B5EF4-FFF2-40B4-BE49-F238E27FC236}">
                  <a16:creationId xmlns:a16="http://schemas.microsoft.com/office/drawing/2014/main" id="{F1CB40BB-BB41-4B0B-B6ED-727E3990B6E9}"/>
                </a:ext>
              </a:extLst>
            </p:cNvPr>
            <p:cNvSpPr>
              <a:spLocks noChangeArrowheads="1"/>
            </p:cNvSpPr>
            <p:nvPr/>
          </p:nvSpPr>
          <p:spPr bwMode="auto">
            <a:xfrm>
              <a:off x="3783" y="3399"/>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2" name="Rectangle 135">
              <a:extLst>
                <a:ext uri="{FF2B5EF4-FFF2-40B4-BE49-F238E27FC236}">
                  <a16:creationId xmlns:a16="http://schemas.microsoft.com/office/drawing/2014/main" id="{A18FC58F-2BF0-41A6-968B-86FA61039777}"/>
                </a:ext>
              </a:extLst>
            </p:cNvPr>
            <p:cNvSpPr>
              <a:spLocks noChangeArrowheads="1"/>
            </p:cNvSpPr>
            <p:nvPr/>
          </p:nvSpPr>
          <p:spPr bwMode="auto">
            <a:xfrm>
              <a:off x="3783" y="3391"/>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3" name="Rectangle 136">
              <a:extLst>
                <a:ext uri="{FF2B5EF4-FFF2-40B4-BE49-F238E27FC236}">
                  <a16:creationId xmlns:a16="http://schemas.microsoft.com/office/drawing/2014/main" id="{ECC48141-3FBF-4C54-9BE1-D4C2F872AC81}"/>
                </a:ext>
              </a:extLst>
            </p:cNvPr>
            <p:cNvSpPr>
              <a:spLocks noChangeArrowheads="1"/>
            </p:cNvSpPr>
            <p:nvPr/>
          </p:nvSpPr>
          <p:spPr bwMode="auto">
            <a:xfrm>
              <a:off x="3783" y="3383"/>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4" name="Rectangle 137">
              <a:extLst>
                <a:ext uri="{FF2B5EF4-FFF2-40B4-BE49-F238E27FC236}">
                  <a16:creationId xmlns:a16="http://schemas.microsoft.com/office/drawing/2014/main" id="{89442D89-6905-4BD1-B0D5-980DD4C30D2B}"/>
                </a:ext>
              </a:extLst>
            </p:cNvPr>
            <p:cNvSpPr>
              <a:spLocks noChangeArrowheads="1"/>
            </p:cNvSpPr>
            <p:nvPr/>
          </p:nvSpPr>
          <p:spPr bwMode="auto">
            <a:xfrm>
              <a:off x="3783" y="3375"/>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5" name="Rectangle 138">
              <a:extLst>
                <a:ext uri="{FF2B5EF4-FFF2-40B4-BE49-F238E27FC236}">
                  <a16:creationId xmlns:a16="http://schemas.microsoft.com/office/drawing/2014/main" id="{B017E668-6C45-4D22-B824-01EBE5CBDA04}"/>
                </a:ext>
              </a:extLst>
            </p:cNvPr>
            <p:cNvSpPr>
              <a:spLocks noChangeArrowheads="1"/>
            </p:cNvSpPr>
            <p:nvPr/>
          </p:nvSpPr>
          <p:spPr bwMode="auto">
            <a:xfrm>
              <a:off x="3783" y="3375"/>
              <a:ext cx="1231" cy="460"/>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106" name="Rectangle 139">
              <a:extLst>
                <a:ext uri="{FF2B5EF4-FFF2-40B4-BE49-F238E27FC236}">
                  <a16:creationId xmlns:a16="http://schemas.microsoft.com/office/drawing/2014/main" id="{D0CE02ED-02F6-4A47-8064-91C9F631D73A}"/>
                </a:ext>
              </a:extLst>
            </p:cNvPr>
            <p:cNvSpPr>
              <a:spLocks noChangeArrowheads="1"/>
            </p:cNvSpPr>
            <p:nvPr/>
          </p:nvSpPr>
          <p:spPr bwMode="auto">
            <a:xfrm>
              <a:off x="4236" y="3399"/>
              <a:ext cx="302"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7" name="Rectangle 140">
              <a:extLst>
                <a:ext uri="{FF2B5EF4-FFF2-40B4-BE49-F238E27FC236}">
                  <a16:creationId xmlns:a16="http://schemas.microsoft.com/office/drawing/2014/main" id="{2F26815D-E58F-42CE-B0D6-350273AD4364}"/>
                </a:ext>
              </a:extLst>
            </p:cNvPr>
            <p:cNvSpPr>
              <a:spLocks noChangeArrowheads="1"/>
            </p:cNvSpPr>
            <p:nvPr/>
          </p:nvSpPr>
          <p:spPr bwMode="auto">
            <a:xfrm>
              <a:off x="4292" y="3399"/>
              <a:ext cx="238"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0" u="none" strike="noStrike" cap="none" normalizeH="0" baseline="0">
                  <a:ln>
                    <a:noFill/>
                  </a:ln>
                  <a:solidFill>
                    <a:srgbClr val="000000"/>
                  </a:solidFill>
                  <a:effectLst/>
                  <a:latin typeface="Tahoma" panose="020B0604030504040204" pitchFamily="34" charset="0"/>
                </a:rPr>
                <a:t>Cow</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1108" name="Freeform 141">
              <a:extLst>
                <a:ext uri="{FF2B5EF4-FFF2-40B4-BE49-F238E27FC236}">
                  <a16:creationId xmlns:a16="http://schemas.microsoft.com/office/drawing/2014/main" id="{3EDDCE80-4EF6-46D2-92BF-0A5E22ECF898}"/>
                </a:ext>
              </a:extLst>
            </p:cNvPr>
            <p:cNvSpPr>
              <a:spLocks/>
            </p:cNvSpPr>
            <p:nvPr/>
          </p:nvSpPr>
          <p:spPr bwMode="auto">
            <a:xfrm>
              <a:off x="3783" y="3550"/>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109" name="Line 142">
              <a:extLst>
                <a:ext uri="{FF2B5EF4-FFF2-40B4-BE49-F238E27FC236}">
                  <a16:creationId xmlns:a16="http://schemas.microsoft.com/office/drawing/2014/main" id="{5AC992C4-05F9-43A6-93FA-FCBAA2B860F4}"/>
                </a:ext>
              </a:extLst>
            </p:cNvPr>
            <p:cNvSpPr>
              <a:spLocks noChangeShapeType="1"/>
            </p:cNvSpPr>
            <p:nvPr/>
          </p:nvSpPr>
          <p:spPr bwMode="auto">
            <a:xfrm>
              <a:off x="3783" y="3692"/>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110" name="Line 143">
              <a:extLst>
                <a:ext uri="{FF2B5EF4-FFF2-40B4-BE49-F238E27FC236}">
                  <a16:creationId xmlns:a16="http://schemas.microsoft.com/office/drawing/2014/main" id="{DA9E52E9-D972-4B1F-96CF-AEE929D41EC9}"/>
                </a:ext>
              </a:extLst>
            </p:cNvPr>
            <p:cNvSpPr>
              <a:spLocks noChangeShapeType="1"/>
            </p:cNvSpPr>
            <p:nvPr/>
          </p:nvSpPr>
          <p:spPr bwMode="auto">
            <a:xfrm flipV="1">
              <a:off x="4443" y="2868"/>
              <a:ext cx="0" cy="499"/>
            </a:xfrm>
            <a:prstGeom prst="line">
              <a:avLst/>
            </a:prstGeom>
            <a:noFill/>
            <a:ln w="11113">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111" name="Freeform 144">
              <a:extLst>
                <a:ext uri="{FF2B5EF4-FFF2-40B4-BE49-F238E27FC236}">
                  <a16:creationId xmlns:a16="http://schemas.microsoft.com/office/drawing/2014/main" id="{96D35229-74BA-4F8E-A511-401E28C9060C}"/>
                </a:ext>
              </a:extLst>
            </p:cNvPr>
            <p:cNvSpPr>
              <a:spLocks/>
            </p:cNvSpPr>
            <p:nvPr/>
          </p:nvSpPr>
          <p:spPr bwMode="auto">
            <a:xfrm>
              <a:off x="4379" y="2868"/>
              <a:ext cx="127" cy="96"/>
            </a:xfrm>
            <a:custGeom>
              <a:avLst/>
              <a:gdLst>
                <a:gd name="T0" fmla="*/ 0 w 127"/>
                <a:gd name="T1" fmla="*/ 96 h 96"/>
                <a:gd name="T2" fmla="*/ 64 w 127"/>
                <a:gd name="T3" fmla="*/ 0 h 96"/>
                <a:gd name="T4" fmla="*/ 127 w 127"/>
                <a:gd name="T5" fmla="*/ 96 h 96"/>
                <a:gd name="T6" fmla="*/ 0 w 127"/>
                <a:gd name="T7" fmla="*/ 96 h 96"/>
              </a:gdLst>
              <a:ahLst/>
              <a:cxnLst>
                <a:cxn ang="0">
                  <a:pos x="T0" y="T1"/>
                </a:cxn>
                <a:cxn ang="0">
                  <a:pos x="T2" y="T3"/>
                </a:cxn>
                <a:cxn ang="0">
                  <a:pos x="T4" y="T5"/>
                </a:cxn>
                <a:cxn ang="0">
                  <a:pos x="T6" y="T7"/>
                </a:cxn>
              </a:cxnLst>
              <a:rect l="0" t="0" r="r" b="b"/>
              <a:pathLst>
                <a:path w="127" h="96">
                  <a:moveTo>
                    <a:pt x="0" y="96"/>
                  </a:moveTo>
                  <a:lnTo>
                    <a:pt x="64" y="0"/>
                  </a:lnTo>
                  <a:lnTo>
                    <a:pt x="127" y="96"/>
                  </a:lnTo>
                  <a:lnTo>
                    <a:pt x="0" y="96"/>
                  </a:lnTo>
                  <a:close/>
                </a:path>
              </a:pathLst>
            </a:custGeom>
            <a:solidFill>
              <a:srgbClr val="000000"/>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112" name="Freeform 145">
              <a:extLst>
                <a:ext uri="{FF2B5EF4-FFF2-40B4-BE49-F238E27FC236}">
                  <a16:creationId xmlns:a16="http://schemas.microsoft.com/office/drawing/2014/main" id="{39DEF1D7-AF4A-4814-994F-487268622DEF}"/>
                </a:ext>
              </a:extLst>
            </p:cNvPr>
            <p:cNvSpPr>
              <a:spLocks/>
            </p:cNvSpPr>
            <p:nvPr/>
          </p:nvSpPr>
          <p:spPr bwMode="auto">
            <a:xfrm>
              <a:off x="4379" y="2868"/>
              <a:ext cx="127" cy="96"/>
            </a:xfrm>
            <a:custGeom>
              <a:avLst/>
              <a:gdLst>
                <a:gd name="T0" fmla="*/ 0 w 127"/>
                <a:gd name="T1" fmla="*/ 96 h 96"/>
                <a:gd name="T2" fmla="*/ 64 w 127"/>
                <a:gd name="T3" fmla="*/ 0 h 96"/>
                <a:gd name="T4" fmla="*/ 127 w 127"/>
                <a:gd name="T5" fmla="*/ 96 h 96"/>
                <a:gd name="T6" fmla="*/ 0 w 127"/>
                <a:gd name="T7" fmla="*/ 96 h 96"/>
              </a:gdLst>
              <a:ahLst/>
              <a:cxnLst>
                <a:cxn ang="0">
                  <a:pos x="T0" y="T1"/>
                </a:cxn>
                <a:cxn ang="0">
                  <a:pos x="T2" y="T3"/>
                </a:cxn>
                <a:cxn ang="0">
                  <a:pos x="T4" y="T5"/>
                </a:cxn>
                <a:cxn ang="0">
                  <a:pos x="T6" y="T7"/>
                </a:cxn>
              </a:cxnLst>
              <a:rect l="0" t="0" r="r" b="b"/>
              <a:pathLst>
                <a:path w="127" h="96">
                  <a:moveTo>
                    <a:pt x="0" y="96"/>
                  </a:moveTo>
                  <a:lnTo>
                    <a:pt x="64" y="0"/>
                  </a:lnTo>
                  <a:lnTo>
                    <a:pt x="127" y="96"/>
                  </a:lnTo>
                  <a:lnTo>
                    <a:pt x="0" y="96"/>
                  </a:lnTo>
                  <a:close/>
                </a:path>
              </a:pathLst>
            </a:custGeom>
            <a:solidFill>
              <a:srgbClr val="FFFFFF"/>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56" name="Rectangle 50">
              <a:extLst>
                <a:ext uri="{FF2B5EF4-FFF2-40B4-BE49-F238E27FC236}">
                  <a16:creationId xmlns:a16="http://schemas.microsoft.com/office/drawing/2014/main" id="{179BEF23-C3A1-4883-A767-A06AA24251E3}"/>
                </a:ext>
              </a:extLst>
            </p:cNvPr>
            <p:cNvSpPr>
              <a:spLocks noChangeArrowheads="1"/>
            </p:cNvSpPr>
            <p:nvPr/>
          </p:nvSpPr>
          <p:spPr bwMode="auto">
            <a:xfrm>
              <a:off x="3998" y="2704"/>
              <a:ext cx="54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LID4096" sz="1100" b="0" i="1" u="none" strike="noStrike" cap="none" normalizeH="0" baseline="0" dirty="0" err="1">
                  <a:ln>
                    <a:noFill/>
                  </a:ln>
                  <a:solidFill>
                    <a:srgbClr val="000000"/>
                  </a:solidFill>
                  <a:effectLst/>
                  <a:latin typeface="Tahoma" panose="020B0604030504040204" pitchFamily="34" charset="0"/>
                </a:rPr>
                <a:t>getMilk</a:t>
              </a:r>
              <a:r>
                <a:rPr kumimoji="0" lang="LID4096" altLang="LID4096" sz="1100" b="0" i="1" u="none" strike="noStrike" cap="none" normalizeH="0" baseline="0" dirty="0">
                  <a:ln>
                    <a:noFill/>
                  </a:ln>
                  <a:solidFill>
                    <a:srgbClr val="000000"/>
                  </a:solidFill>
                  <a:effectLst/>
                  <a:latin typeface="Tahoma" panose="020B0604030504040204" pitchFamily="34" charset="0"/>
                </a:rPr>
                <a:t>():void</a:t>
              </a: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grpSp>
      <p:sp>
        <p:nvSpPr>
          <p:cNvPr id="8" name="TextBox 7">
            <a:extLst>
              <a:ext uri="{FF2B5EF4-FFF2-40B4-BE49-F238E27FC236}">
                <a16:creationId xmlns:a16="http://schemas.microsoft.com/office/drawing/2014/main" id="{377C8EC9-C150-EB4B-8F69-014712B41538}"/>
              </a:ext>
            </a:extLst>
          </p:cNvPr>
          <p:cNvSpPr txBox="1"/>
          <p:nvPr/>
        </p:nvSpPr>
        <p:spPr>
          <a:xfrm>
            <a:off x="2753130" y="4657225"/>
            <a:ext cx="2875940" cy="369332"/>
          </a:xfrm>
          <a:prstGeom prst="rect">
            <a:avLst/>
          </a:prstGeom>
          <a:noFill/>
        </p:spPr>
        <p:txBody>
          <a:bodyPr wrap="square">
            <a:spAutoFit/>
          </a:bodyPr>
          <a:lstStyle/>
          <a:p>
            <a:r>
              <a:rPr lang="en-US" sz="1800" i="1" dirty="0">
                <a:solidFill>
                  <a:srgbClr val="FF0000"/>
                </a:solidFill>
                <a:latin typeface="Consolas" panose="020B0609020204030204" pitchFamily="49" charset="0"/>
              </a:rPr>
              <a:t>//compilation error</a:t>
            </a:r>
            <a:endParaRPr lang="LID4096" dirty="0"/>
          </a:p>
        </p:txBody>
      </p:sp>
      <p:sp>
        <p:nvSpPr>
          <p:cNvPr id="9" name="TextBox 8">
            <a:extLst>
              <a:ext uri="{FF2B5EF4-FFF2-40B4-BE49-F238E27FC236}">
                <a16:creationId xmlns:a16="http://schemas.microsoft.com/office/drawing/2014/main" id="{65CCBCCE-901F-9EA4-4BDB-15600F1D57F1}"/>
              </a:ext>
            </a:extLst>
          </p:cNvPr>
          <p:cNvSpPr txBox="1"/>
          <p:nvPr/>
        </p:nvSpPr>
        <p:spPr>
          <a:xfrm>
            <a:off x="3131840" y="5827197"/>
            <a:ext cx="2592288" cy="369332"/>
          </a:xfrm>
          <a:prstGeom prst="rect">
            <a:avLst/>
          </a:prstGeom>
          <a:noFill/>
        </p:spPr>
        <p:txBody>
          <a:bodyPr wrap="square">
            <a:spAutoFit/>
          </a:bodyPr>
          <a:lstStyle/>
          <a:p>
            <a:r>
              <a:rPr lang="en-US" sz="1800" i="1" dirty="0">
                <a:solidFill>
                  <a:srgbClr val="FF0000"/>
                </a:solidFill>
                <a:latin typeface="Consolas" panose="020B0609020204030204" pitchFamily="49" charset="0"/>
              </a:rPr>
              <a:t>//compilation error</a:t>
            </a:r>
            <a:endParaRPr lang="LID4096" dirty="0"/>
          </a:p>
        </p:txBody>
      </p:sp>
    </p:spTree>
    <p:extLst>
      <p:ext uri="{BB962C8B-B14F-4D97-AF65-F5344CB8AC3E}">
        <p14:creationId xmlns:p14="http://schemas.microsoft.com/office/powerpoint/2010/main" val="165947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FD6D02-3C9F-4622-B04A-792F34B09BC1}"/>
              </a:ext>
            </a:extLst>
          </p:cNvPr>
          <p:cNvSpPr>
            <a:spLocks noGrp="1"/>
          </p:cNvSpPr>
          <p:nvPr>
            <p:ph type="title"/>
          </p:nvPr>
        </p:nvSpPr>
        <p:spPr/>
        <p:txBody>
          <a:bodyPr/>
          <a:lstStyle/>
          <a:p>
            <a:pPr algn="l"/>
            <a:r>
              <a:rPr lang="en-US" dirty="0"/>
              <a:t>Producer or consumer?</a:t>
            </a:r>
          </a:p>
        </p:txBody>
      </p:sp>
      <p:sp>
        <p:nvSpPr>
          <p:cNvPr id="3" name="Date Placeholder 2">
            <a:extLst>
              <a:ext uri="{FF2B5EF4-FFF2-40B4-BE49-F238E27FC236}">
                <a16:creationId xmlns:a16="http://schemas.microsoft.com/office/drawing/2014/main" id="{9E18D710-9509-4286-A395-8C5F7E440995}"/>
              </a:ext>
            </a:extLst>
          </p:cNvPr>
          <p:cNvSpPr>
            <a:spLocks noGrp="1"/>
          </p:cNvSpPr>
          <p:nvPr>
            <p:ph type="dt" sz="half" idx="10"/>
          </p:nvPr>
        </p:nvSpPr>
        <p:spPr/>
        <p:txBody>
          <a:bodyPr/>
          <a:lstStyle/>
          <a:p>
            <a:fld id="{D0FA0952-B4D1-4C3C-903C-FBAC06B02CA9}" type="datetime8">
              <a:rPr lang="he-IL" smtClean="0"/>
              <a:t>19 אפריל 26</a:t>
            </a:fld>
            <a:endParaRPr lang="en-US" dirty="0"/>
          </a:p>
        </p:txBody>
      </p:sp>
      <p:sp>
        <p:nvSpPr>
          <p:cNvPr id="4" name="Footer Placeholder 3">
            <a:extLst>
              <a:ext uri="{FF2B5EF4-FFF2-40B4-BE49-F238E27FC236}">
                <a16:creationId xmlns:a16="http://schemas.microsoft.com/office/drawing/2014/main" id="{778CCBA9-D00E-4BB2-BB38-FC814A88327F}"/>
              </a:ext>
            </a:extLst>
          </p:cNvPr>
          <p:cNvSpPr>
            <a:spLocks noGrp="1"/>
          </p:cNvSpPr>
          <p:nvPr>
            <p:ph type="ftr" sz="quarter" idx="11"/>
          </p:nvPr>
        </p:nvSpPr>
        <p:spPr/>
        <p:txBody>
          <a:bodyPr/>
          <a:lstStyle/>
          <a:p>
            <a:r>
              <a:rPr lang="he-IL"/>
              <a:t>עיצוב ותכנות מונחה עצמים מתקדם</a:t>
            </a:r>
            <a:endParaRPr lang="en-US"/>
          </a:p>
        </p:txBody>
      </p:sp>
      <p:sp>
        <p:nvSpPr>
          <p:cNvPr id="5" name="Slide Number Placeholder 4">
            <a:extLst>
              <a:ext uri="{FF2B5EF4-FFF2-40B4-BE49-F238E27FC236}">
                <a16:creationId xmlns:a16="http://schemas.microsoft.com/office/drawing/2014/main" id="{FDBC4246-DCD6-4952-99A9-E8D4A8C7CE11}"/>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28</a:t>
            </a:fld>
            <a:endParaRPr kumimoji="0" lang="en-US" dirty="0"/>
          </a:p>
        </p:txBody>
      </p:sp>
      <p:sp>
        <p:nvSpPr>
          <p:cNvPr id="8" name="Content Placeholder 7">
            <a:extLst>
              <a:ext uri="{FF2B5EF4-FFF2-40B4-BE49-F238E27FC236}">
                <a16:creationId xmlns:a16="http://schemas.microsoft.com/office/drawing/2014/main" id="{6EEF724F-8C96-412F-BB82-EEE81CB07162}"/>
              </a:ext>
            </a:extLst>
          </p:cNvPr>
          <p:cNvSpPr>
            <a:spLocks noGrp="1"/>
          </p:cNvSpPr>
          <p:nvPr>
            <p:ph sz="quarter" idx="1"/>
          </p:nvPr>
        </p:nvSpPr>
        <p:spPr/>
        <p:txBody>
          <a:bodyPr/>
          <a:lstStyle/>
          <a:p>
            <a:pPr algn="r" rtl="1">
              <a:buFont typeface="Wingdings 3" panose="05040102010807070707" pitchFamily="18" charset="2"/>
              <a:buChar char=""/>
            </a:pPr>
            <a:r>
              <a:rPr lang="he-IL" dirty="0"/>
              <a:t>מאיזה </a:t>
            </a:r>
            <a:r>
              <a:rPr lang="en-US" dirty="0"/>
              <a:t>Collection</a:t>
            </a:r>
            <a:r>
              <a:rPr lang="he-IL" dirty="0"/>
              <a:t> ניתן </a:t>
            </a:r>
            <a:r>
              <a:rPr lang="he-IL" u="sng" dirty="0"/>
              <a:t>להוציא</a:t>
            </a:r>
            <a:r>
              <a:rPr lang="he-IL" dirty="0"/>
              <a:t> </a:t>
            </a:r>
            <a:r>
              <a:rPr lang="en-US" dirty="0"/>
              <a:t>Mammal</a:t>
            </a:r>
            <a:r>
              <a:rPr lang="he-IL" dirty="0"/>
              <a:t>?</a:t>
            </a:r>
          </a:p>
          <a:p>
            <a:pPr lvl="1" algn="r" rtl="1">
              <a:buFont typeface="Wingdings 3" panose="05040102010807070707" pitchFamily="18" charset="2"/>
              <a:buChar char=""/>
            </a:pPr>
            <a:r>
              <a:rPr lang="en-US" dirty="0"/>
              <a:t>Collection&lt;Mammal&gt;</a:t>
            </a:r>
          </a:p>
          <a:p>
            <a:pPr lvl="1" algn="r" rtl="1">
              <a:buFont typeface="Wingdings 3" panose="05040102010807070707" pitchFamily="18" charset="2"/>
              <a:buChar char=""/>
            </a:pPr>
            <a:r>
              <a:rPr lang="en-US" dirty="0"/>
              <a:t>Collection&lt;Cow&gt;</a:t>
            </a:r>
          </a:p>
          <a:p>
            <a:pPr lvl="1" algn="r" rtl="1">
              <a:buFont typeface="Wingdings 3" panose="05040102010807070707" pitchFamily="18" charset="2"/>
              <a:buChar char=""/>
            </a:pPr>
            <a:r>
              <a:rPr lang="en-US" dirty="0"/>
              <a:t>Collection&lt;Lion&gt;</a:t>
            </a:r>
            <a:endParaRPr lang="he-IL" dirty="0"/>
          </a:p>
          <a:p>
            <a:pPr algn="r" rtl="1">
              <a:buFont typeface="Wingdings 3" panose="05040102010807070707" pitchFamily="18" charset="2"/>
              <a:buChar char=""/>
            </a:pPr>
            <a:endParaRPr lang="he-IL" dirty="0"/>
          </a:p>
          <a:p>
            <a:pPr algn="r" rtl="1">
              <a:buFont typeface="Wingdings 3" panose="05040102010807070707" pitchFamily="18" charset="2"/>
              <a:buChar char=""/>
            </a:pPr>
            <a:r>
              <a:rPr lang="he-IL" dirty="0"/>
              <a:t>לאיזה </a:t>
            </a:r>
            <a:r>
              <a:rPr lang="en-US" dirty="0"/>
              <a:t>Collection</a:t>
            </a:r>
            <a:r>
              <a:rPr lang="he-IL" dirty="0"/>
              <a:t> ניתן </a:t>
            </a:r>
            <a:r>
              <a:rPr lang="he-IL" u="sng" dirty="0"/>
              <a:t>להכניס</a:t>
            </a:r>
            <a:r>
              <a:rPr lang="he-IL" dirty="0"/>
              <a:t> </a:t>
            </a:r>
            <a:r>
              <a:rPr lang="en-US" dirty="0"/>
              <a:t>Mammal</a:t>
            </a:r>
            <a:r>
              <a:rPr lang="he-IL" dirty="0"/>
              <a:t>?</a:t>
            </a:r>
          </a:p>
          <a:p>
            <a:pPr lvl="1" algn="r" rtl="1">
              <a:buFont typeface="Wingdings 3" panose="05040102010807070707" pitchFamily="18" charset="2"/>
              <a:buChar char=""/>
            </a:pPr>
            <a:r>
              <a:rPr lang="en-US" dirty="0"/>
              <a:t>Collection&lt;Mammal&gt;</a:t>
            </a:r>
          </a:p>
          <a:p>
            <a:pPr lvl="1" algn="r" rtl="1">
              <a:buFont typeface="Wingdings 3" panose="05040102010807070707" pitchFamily="18" charset="2"/>
              <a:buChar char=""/>
            </a:pPr>
            <a:r>
              <a:rPr lang="en-US" dirty="0"/>
              <a:t>Collection&lt;Animal&gt;</a:t>
            </a:r>
          </a:p>
          <a:p>
            <a:pPr lvl="1" algn="r" rtl="1">
              <a:buFont typeface="Wingdings 3" panose="05040102010807070707" pitchFamily="18" charset="2"/>
              <a:buChar char=""/>
            </a:pPr>
            <a:r>
              <a:rPr lang="en-US" dirty="0"/>
              <a:t>Collection&lt;Object&gt;</a:t>
            </a:r>
            <a:endParaRPr lang="he-IL" dirty="0"/>
          </a:p>
        </p:txBody>
      </p:sp>
      <p:sp>
        <p:nvSpPr>
          <p:cNvPr id="9" name="Left Brace 8">
            <a:extLst>
              <a:ext uri="{FF2B5EF4-FFF2-40B4-BE49-F238E27FC236}">
                <a16:creationId xmlns:a16="http://schemas.microsoft.com/office/drawing/2014/main" id="{7D062309-9854-4BFA-9AC1-BE627B4CCD77}"/>
              </a:ext>
            </a:extLst>
          </p:cNvPr>
          <p:cNvSpPr/>
          <p:nvPr/>
        </p:nvSpPr>
        <p:spPr>
          <a:xfrm>
            <a:off x="5004048" y="1988840"/>
            <a:ext cx="216024" cy="1080120"/>
          </a:xfrm>
          <a:prstGeom prst="leftBrace">
            <a:avLst/>
          </a:prstGeom>
        </p:spPr>
        <p:style>
          <a:lnRef idx="1">
            <a:schemeClr val="accent1"/>
          </a:lnRef>
          <a:fillRef idx="0">
            <a:schemeClr val="accent1"/>
          </a:fillRef>
          <a:effectRef idx="0">
            <a:schemeClr val="accent1"/>
          </a:effectRef>
          <a:fontRef idx="minor">
            <a:schemeClr val="tx1"/>
          </a:fontRef>
        </p:style>
        <p:txBody>
          <a:bodyPr rtlCol="1" anchor="ctr"/>
          <a:lstStyle/>
          <a:p>
            <a:pPr algn="ctr"/>
            <a:endParaRPr lang="en-US"/>
          </a:p>
        </p:txBody>
      </p:sp>
      <p:sp>
        <p:nvSpPr>
          <p:cNvPr id="10" name="TextBox 9">
            <a:extLst>
              <a:ext uri="{FF2B5EF4-FFF2-40B4-BE49-F238E27FC236}">
                <a16:creationId xmlns:a16="http://schemas.microsoft.com/office/drawing/2014/main" id="{952341DB-ACE3-491E-8D74-D92EA98AC64D}"/>
              </a:ext>
            </a:extLst>
          </p:cNvPr>
          <p:cNvSpPr txBox="1"/>
          <p:nvPr/>
        </p:nvSpPr>
        <p:spPr>
          <a:xfrm>
            <a:off x="633611" y="2342138"/>
            <a:ext cx="4229043" cy="369332"/>
          </a:xfrm>
          <a:prstGeom prst="rect">
            <a:avLst/>
          </a:prstGeom>
          <a:noFill/>
        </p:spPr>
        <p:txBody>
          <a:bodyPr wrap="none" rtlCol="1">
            <a:spAutoFit/>
          </a:bodyPr>
          <a:lstStyle/>
          <a:p>
            <a:pPr algn="r" rtl="1"/>
            <a:r>
              <a:rPr lang="he-IL" dirty="0"/>
              <a:t>אוסף של </a:t>
            </a:r>
            <a:r>
              <a:rPr lang="en-US" dirty="0"/>
              <a:t>Mammal</a:t>
            </a:r>
            <a:r>
              <a:rPr lang="he-IL" dirty="0"/>
              <a:t> או של יורשים של </a:t>
            </a:r>
            <a:r>
              <a:rPr lang="en-US" dirty="0"/>
              <a:t>Mammal</a:t>
            </a:r>
          </a:p>
        </p:txBody>
      </p:sp>
      <p:sp>
        <p:nvSpPr>
          <p:cNvPr id="11" name="TextBox 10">
            <a:extLst>
              <a:ext uri="{FF2B5EF4-FFF2-40B4-BE49-F238E27FC236}">
                <a16:creationId xmlns:a16="http://schemas.microsoft.com/office/drawing/2014/main" id="{81AEBD66-FB81-4406-A217-266DCF7EE015}"/>
              </a:ext>
            </a:extLst>
          </p:cNvPr>
          <p:cNvSpPr txBox="1"/>
          <p:nvPr/>
        </p:nvSpPr>
        <p:spPr>
          <a:xfrm>
            <a:off x="-105043" y="4725144"/>
            <a:ext cx="5109091" cy="369332"/>
          </a:xfrm>
          <a:prstGeom prst="rect">
            <a:avLst/>
          </a:prstGeom>
          <a:noFill/>
        </p:spPr>
        <p:txBody>
          <a:bodyPr wrap="none" rtlCol="1">
            <a:spAutoFit/>
          </a:bodyPr>
          <a:lstStyle/>
          <a:p>
            <a:pPr algn="r" rtl="1"/>
            <a:r>
              <a:rPr lang="he-IL" dirty="0"/>
              <a:t>אוסף של </a:t>
            </a:r>
            <a:r>
              <a:rPr lang="en-US" dirty="0"/>
              <a:t>Mammal</a:t>
            </a:r>
            <a:r>
              <a:rPr lang="he-IL" dirty="0"/>
              <a:t> או של מחלקות ש </a:t>
            </a:r>
            <a:r>
              <a:rPr lang="en-US" dirty="0"/>
              <a:t>Mammal</a:t>
            </a:r>
            <a:r>
              <a:rPr lang="he-IL" dirty="0"/>
              <a:t> יורש מהן</a:t>
            </a:r>
            <a:endParaRPr lang="en-US" dirty="0"/>
          </a:p>
        </p:txBody>
      </p:sp>
      <p:sp>
        <p:nvSpPr>
          <p:cNvPr id="12" name="Left Brace 11">
            <a:extLst>
              <a:ext uri="{FF2B5EF4-FFF2-40B4-BE49-F238E27FC236}">
                <a16:creationId xmlns:a16="http://schemas.microsoft.com/office/drawing/2014/main" id="{AA79E655-2868-445E-B9EB-024BE1B6B3F0}"/>
              </a:ext>
            </a:extLst>
          </p:cNvPr>
          <p:cNvSpPr/>
          <p:nvPr/>
        </p:nvSpPr>
        <p:spPr>
          <a:xfrm>
            <a:off x="5004048" y="4369750"/>
            <a:ext cx="216024" cy="1080120"/>
          </a:xfrm>
          <a:prstGeom prst="leftBrace">
            <a:avLst/>
          </a:prstGeom>
        </p:spPr>
        <p:style>
          <a:lnRef idx="1">
            <a:schemeClr val="accent1"/>
          </a:lnRef>
          <a:fillRef idx="0">
            <a:schemeClr val="accent1"/>
          </a:fillRef>
          <a:effectRef idx="0">
            <a:schemeClr val="accent1"/>
          </a:effectRef>
          <a:fontRef idx="minor">
            <a:schemeClr val="tx1"/>
          </a:fontRef>
        </p:style>
        <p:txBody>
          <a:bodyPr rtlCol="1" anchor="ctr"/>
          <a:lstStyle/>
          <a:p>
            <a:pPr algn="ctr"/>
            <a:endParaRPr lang="en-US"/>
          </a:p>
        </p:txBody>
      </p:sp>
    </p:spTree>
    <p:extLst>
      <p:ext uri="{BB962C8B-B14F-4D97-AF65-F5344CB8AC3E}">
        <p14:creationId xmlns:p14="http://schemas.microsoft.com/office/powerpoint/2010/main" val="22630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4D2A6-D778-40F6-B867-EB73D9DD7B32}"/>
              </a:ext>
            </a:extLst>
          </p:cNvPr>
          <p:cNvSpPr>
            <a:spLocks noGrp="1"/>
          </p:cNvSpPr>
          <p:nvPr>
            <p:ph type="title"/>
          </p:nvPr>
        </p:nvSpPr>
        <p:spPr/>
        <p:txBody>
          <a:bodyPr/>
          <a:lstStyle/>
          <a:p>
            <a:pPr algn="r" rtl="1"/>
            <a:r>
              <a:rPr lang="he-IL" dirty="0">
                <a:latin typeface="Arial"/>
                <a:cs typeface="Arial"/>
              </a:rPr>
              <a:t>שימוש בג'וקר "?" וכלל </a:t>
            </a:r>
            <a:r>
              <a:rPr lang="en-US" dirty="0">
                <a:latin typeface="Arial"/>
                <a:cs typeface="Arial"/>
              </a:rPr>
              <a:t>PECS</a:t>
            </a:r>
            <a:endParaRPr lang="he-IL" dirty="0"/>
          </a:p>
        </p:txBody>
      </p:sp>
      <p:sp>
        <p:nvSpPr>
          <p:cNvPr id="6" name="Content Placeholder 5">
            <a:extLst>
              <a:ext uri="{FF2B5EF4-FFF2-40B4-BE49-F238E27FC236}">
                <a16:creationId xmlns:a16="http://schemas.microsoft.com/office/drawing/2014/main" id="{5FCC580B-AA6E-4E1B-95DE-CAB7F2892230}"/>
              </a:ext>
            </a:extLst>
          </p:cNvPr>
          <p:cNvSpPr>
            <a:spLocks noGrp="1"/>
          </p:cNvSpPr>
          <p:nvPr>
            <p:ph sz="quarter" idx="1"/>
          </p:nvPr>
        </p:nvSpPr>
        <p:spPr>
          <a:xfrm>
            <a:off x="323528" y="1219200"/>
            <a:ext cx="8640960" cy="4937760"/>
          </a:xfrm>
        </p:spPr>
        <p:txBody>
          <a:bodyPr>
            <a:normAutofit/>
          </a:bodyPr>
          <a:lstStyle/>
          <a:p>
            <a:pPr algn="r" rtl="1">
              <a:buFont typeface="Wingdings 3" panose="05040102010807070707" pitchFamily="18" charset="2"/>
              <a:buChar char=""/>
            </a:pPr>
            <a:r>
              <a:rPr lang="he-IL" dirty="0">
                <a:latin typeface="Arial"/>
                <a:cs typeface="Arial"/>
              </a:rPr>
              <a:t>במקרה שפונקציה מקבלת פרמטר גנרי ש</a:t>
            </a:r>
            <a:r>
              <a:rPr lang="he-IL" u="sng" dirty="0">
                <a:latin typeface="Arial"/>
                <a:cs typeface="Arial"/>
              </a:rPr>
              <a:t>רק מספק</a:t>
            </a:r>
            <a:r>
              <a:rPr lang="he-IL" dirty="0">
                <a:latin typeface="Arial"/>
                <a:cs typeface="Arial"/>
              </a:rPr>
              <a:t> או </a:t>
            </a:r>
            <a:r>
              <a:rPr lang="he-IL" u="sng" dirty="0">
                <a:latin typeface="Arial"/>
                <a:cs typeface="Arial"/>
              </a:rPr>
              <a:t>רק צורך</a:t>
            </a:r>
            <a:r>
              <a:rPr lang="he-IL" dirty="0">
                <a:latin typeface="Arial"/>
                <a:cs typeface="Arial"/>
              </a:rPr>
              <a:t> אובייקטים מטיפוס </a:t>
            </a:r>
            <a:r>
              <a:rPr lang="he-IL" dirty="0" err="1">
                <a:latin typeface="Arial"/>
                <a:cs typeface="Arial"/>
              </a:rPr>
              <a:t>מסויים</a:t>
            </a:r>
            <a:r>
              <a:rPr lang="he-IL" dirty="0">
                <a:latin typeface="Arial"/>
                <a:cs typeface="Arial"/>
              </a:rPr>
              <a:t> נוכל לאפשר לקרוא לפונקציה עם היררכיה של טיפוסים באמצעות ג'וקר "?". </a:t>
            </a:r>
          </a:p>
          <a:p>
            <a:pPr algn="r" rtl="1">
              <a:buFont typeface="Wingdings 3" panose="05040102010807070707" pitchFamily="18" charset="2"/>
              <a:buChar char=""/>
            </a:pPr>
            <a:r>
              <a:rPr lang="he-IL" dirty="0">
                <a:latin typeface="Arial"/>
                <a:cs typeface="Arial"/>
              </a:rPr>
              <a:t>נזכור את כלל PECS:</a:t>
            </a:r>
          </a:p>
          <a:p>
            <a:pPr lvl="1" algn="r" rtl="1">
              <a:buFont typeface="Wingdings 3" panose="05040102010807070707" pitchFamily="18" charset="2"/>
              <a:buChar char=""/>
            </a:pPr>
            <a:r>
              <a:rPr lang="en-US" sz="2200" dirty="0">
                <a:latin typeface="Arial"/>
                <a:cs typeface="Arial"/>
              </a:rPr>
              <a:t>PE (Producer extends)</a:t>
            </a:r>
            <a:r>
              <a:rPr lang="he-IL" sz="2200" dirty="0">
                <a:latin typeface="Arial"/>
                <a:cs typeface="Arial"/>
              </a:rPr>
              <a:t>: אם הפרמטר הגנרי </a:t>
            </a:r>
            <a:r>
              <a:rPr lang="he-IL" sz="2200" b="1" u="sng" dirty="0">
                <a:latin typeface="Arial"/>
                <a:cs typeface="Arial"/>
              </a:rPr>
              <a:t>רק מספק</a:t>
            </a:r>
            <a:r>
              <a:rPr lang="he-IL" sz="2200" dirty="0">
                <a:latin typeface="Arial"/>
                <a:cs typeface="Arial"/>
              </a:rPr>
              <a:t> </a:t>
            </a:r>
            <a:r>
              <a:rPr lang="he-IL" sz="2200" dirty="0" err="1">
                <a:latin typeface="Arial"/>
                <a:cs typeface="Arial"/>
              </a:rPr>
              <a:t>אובייקטים,נוכל</a:t>
            </a:r>
            <a:r>
              <a:rPr lang="he-IL" sz="2200" dirty="0">
                <a:latin typeface="Arial"/>
                <a:cs typeface="Arial"/>
              </a:rPr>
              <a:t> להשתמש במילת המפתח '</a:t>
            </a:r>
            <a:r>
              <a:rPr lang="he-IL" sz="2200" u="sng" dirty="0" err="1">
                <a:latin typeface="Arial"/>
                <a:cs typeface="Arial"/>
              </a:rPr>
              <a:t>extends</a:t>
            </a:r>
            <a:r>
              <a:rPr lang="he-IL" sz="2200" dirty="0">
                <a:latin typeface="Arial"/>
                <a:cs typeface="Arial"/>
              </a:rPr>
              <a:t>',למשל List&lt;? </a:t>
            </a:r>
            <a:r>
              <a:rPr lang="he-IL" sz="2200" dirty="0" err="1">
                <a:latin typeface="Arial"/>
                <a:cs typeface="Arial"/>
              </a:rPr>
              <a:t>extends</a:t>
            </a:r>
            <a:r>
              <a:rPr lang="en-US" sz="2200" dirty="0">
                <a:latin typeface="Arial"/>
                <a:cs typeface="Arial"/>
              </a:rPr>
              <a:t> Mammal&gt;</a:t>
            </a:r>
            <a:endParaRPr lang="he-IL" sz="2200" dirty="0">
              <a:latin typeface="Arial"/>
              <a:cs typeface="Arial"/>
            </a:endParaRPr>
          </a:p>
          <a:p>
            <a:pPr lvl="1" algn="r" rtl="1">
              <a:buFont typeface="Wingdings 3" panose="05040102010807070707" pitchFamily="18" charset="2"/>
              <a:buChar char=""/>
            </a:pPr>
            <a:r>
              <a:rPr lang="he-IL" sz="2200" dirty="0">
                <a:latin typeface="Arial"/>
                <a:cs typeface="Arial"/>
              </a:rPr>
              <a:t>CS (consumer super): אם הפרמטר הגנרי </a:t>
            </a:r>
            <a:r>
              <a:rPr lang="he-IL" sz="2200" b="1" u="sng" dirty="0">
                <a:latin typeface="Arial"/>
                <a:cs typeface="Arial"/>
              </a:rPr>
              <a:t>רק צורך</a:t>
            </a:r>
            <a:r>
              <a:rPr lang="he-IL" sz="2200" dirty="0">
                <a:latin typeface="Arial"/>
                <a:cs typeface="Arial"/>
              </a:rPr>
              <a:t> </a:t>
            </a:r>
            <a:r>
              <a:rPr lang="he-IL" sz="2200" dirty="0" err="1">
                <a:latin typeface="Arial"/>
                <a:cs typeface="Arial"/>
              </a:rPr>
              <a:t>אובייקטים,נוכל</a:t>
            </a:r>
            <a:r>
              <a:rPr lang="he-IL" sz="2200" dirty="0">
                <a:latin typeface="Arial"/>
                <a:cs typeface="Arial"/>
              </a:rPr>
              <a:t> להשתמש במילת המפתח 'super',למשל </a:t>
            </a:r>
            <a:r>
              <a:rPr lang="en-US" sz="2200" dirty="0">
                <a:latin typeface="Arial"/>
                <a:cs typeface="Arial"/>
              </a:rPr>
              <a:t>List&lt;? super Mammal&gt;</a:t>
            </a:r>
            <a:endParaRPr lang="he-IL" sz="2200" dirty="0">
              <a:latin typeface="Arial"/>
              <a:cs typeface="Arial"/>
            </a:endParaRPr>
          </a:p>
          <a:p>
            <a:pPr lvl="1" algn="r" rtl="1">
              <a:buFont typeface="Wingdings 3" panose="05040102010807070707" pitchFamily="18" charset="2"/>
              <a:buChar char=""/>
            </a:pPr>
            <a:r>
              <a:rPr lang="he-IL" sz="2200" dirty="0">
                <a:latin typeface="Arial"/>
                <a:cs typeface="Arial"/>
              </a:rPr>
              <a:t>אם הפרמטר הגנרי גם צורך וגם מספק, לא ניתן להשתמש בג'וקר.</a:t>
            </a:r>
            <a:endParaRPr lang="he-IL" sz="2200" dirty="0"/>
          </a:p>
          <a:p>
            <a:pPr lvl="1" rtl="1"/>
            <a:endParaRPr lang="he-IL" dirty="0"/>
          </a:p>
        </p:txBody>
      </p:sp>
      <p:sp>
        <p:nvSpPr>
          <p:cNvPr id="7" name="Date Placeholder 6">
            <a:extLst>
              <a:ext uri="{FF2B5EF4-FFF2-40B4-BE49-F238E27FC236}">
                <a16:creationId xmlns:a16="http://schemas.microsoft.com/office/drawing/2014/main" id="{9AD39C5B-D59C-4A40-B286-17118358FAF8}"/>
              </a:ext>
            </a:extLst>
          </p:cNvPr>
          <p:cNvSpPr>
            <a:spLocks noGrp="1"/>
          </p:cNvSpPr>
          <p:nvPr>
            <p:ph type="dt" sz="half" idx="10"/>
          </p:nvPr>
        </p:nvSpPr>
        <p:spPr/>
        <p:txBody>
          <a:bodyPr/>
          <a:lstStyle/>
          <a:p>
            <a:fld id="{B344C55E-FE69-461F-B516-A611A4901855}" type="datetime8">
              <a:rPr lang="he-IL" smtClean="0"/>
              <a:t>19 אפריל 26</a:t>
            </a:fld>
            <a:endParaRPr lang="en-US" dirty="0"/>
          </a:p>
        </p:txBody>
      </p:sp>
      <p:sp>
        <p:nvSpPr>
          <p:cNvPr id="8" name="Footer Placeholder 7">
            <a:extLst>
              <a:ext uri="{FF2B5EF4-FFF2-40B4-BE49-F238E27FC236}">
                <a16:creationId xmlns:a16="http://schemas.microsoft.com/office/drawing/2014/main" id="{E8D4B1F4-C2EC-4035-ABD1-A56146DF0D28}"/>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820DA730-79D3-49B3-AC38-F35D8C971081}"/>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29</a:t>
            </a:fld>
            <a:endParaRPr kumimoji="0" lang="en-US" dirty="0"/>
          </a:p>
        </p:txBody>
      </p:sp>
    </p:spTree>
    <p:extLst>
      <p:ext uri="{BB962C8B-B14F-4D97-AF65-F5344CB8AC3E}">
        <p14:creationId xmlns:p14="http://schemas.microsoft.com/office/powerpoint/2010/main" val="2090514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5F5C-8047-477C-B619-99BFB2FD7FA1}"/>
              </a:ext>
            </a:extLst>
          </p:cNvPr>
          <p:cNvSpPr>
            <a:spLocks noGrp="1"/>
          </p:cNvSpPr>
          <p:nvPr>
            <p:ph type="title"/>
          </p:nvPr>
        </p:nvSpPr>
        <p:spPr/>
        <p:txBody>
          <a:bodyPr/>
          <a:lstStyle/>
          <a:p>
            <a:pPr algn="r" rtl="1"/>
            <a:r>
              <a:rPr lang="he-IL">
                <a:latin typeface="Arial"/>
                <a:cs typeface="Arial"/>
              </a:rPr>
              <a:t>PE (producer extends)</a:t>
            </a:r>
            <a:endParaRPr lang="he-IL" dirty="0"/>
          </a:p>
        </p:txBody>
      </p:sp>
      <p:sp>
        <p:nvSpPr>
          <p:cNvPr id="6" name="Content Placeholder 5">
            <a:extLst>
              <a:ext uri="{FF2B5EF4-FFF2-40B4-BE49-F238E27FC236}">
                <a16:creationId xmlns:a16="http://schemas.microsoft.com/office/drawing/2014/main" id="{7D6263DE-3659-46C5-AB1D-CE67F4512144}"/>
              </a:ext>
            </a:extLst>
          </p:cNvPr>
          <p:cNvSpPr>
            <a:spLocks noGrp="1"/>
          </p:cNvSpPr>
          <p:nvPr>
            <p:ph idx="1"/>
          </p:nvPr>
        </p:nvSpPr>
        <p:spPr>
          <a:xfrm>
            <a:off x="251520" y="1922208"/>
            <a:ext cx="8858791" cy="4114800"/>
          </a:xfrm>
        </p:spPr>
        <p:txBody>
          <a:bodyPr>
            <a:normAutofit lnSpcReduction="10000"/>
          </a:bodyPr>
          <a:lstStyle/>
          <a:p>
            <a:pPr marL="0" indent="0">
              <a:lnSpc>
                <a:spcPct val="120000"/>
              </a:lnSpc>
              <a:spcAft>
                <a:spcPts val="600"/>
              </a:spcAft>
              <a:buNone/>
            </a:pPr>
            <a:r>
              <a:rPr lang="en-US" sz="1800" dirty="0">
                <a:solidFill>
                  <a:srgbClr val="7F0055"/>
                </a:solidFill>
                <a:latin typeface="Consolas" panose="020B0609020204030204" pitchFamily="49" charset="0"/>
              </a:rPr>
              <a:t>public</a:t>
            </a:r>
            <a:r>
              <a:rPr lang="en-US" sz="1800" dirty="0">
                <a:solidFill>
                  <a:srgbClr val="000000"/>
                </a:solidFill>
                <a:latin typeface="Consolas" panose="020B0609020204030204" pitchFamily="49" charset="0"/>
              </a:rPr>
              <a:t> </a:t>
            </a:r>
            <a:r>
              <a:rPr lang="en-US" sz="1800" dirty="0">
                <a:solidFill>
                  <a:srgbClr val="7F0055"/>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dirty="0">
                <a:solidFill>
                  <a:srgbClr val="7F0055"/>
                </a:solidFill>
                <a:latin typeface="Consolas" panose="020B0609020204030204" pitchFamily="49" charset="0"/>
              </a:rPr>
              <a:t>void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milkMammals</a:t>
            </a:r>
            <a:r>
              <a:rPr lang="en-US" sz="1800" dirty="0">
                <a:solidFill>
                  <a:srgbClr val="000000"/>
                </a:solidFill>
                <a:latin typeface="Consolas" panose="020B0609020204030204" pitchFamily="49" charset="0"/>
              </a:rPr>
              <a:t>(List&lt;? </a:t>
            </a:r>
            <a:r>
              <a:rPr lang="en-US" sz="1800" b="1" dirty="0">
                <a:solidFill>
                  <a:srgbClr val="7F0055"/>
                </a:solidFill>
                <a:latin typeface="Consolas" panose="020B0609020204030204" pitchFamily="49" charset="0"/>
              </a:rPr>
              <a:t>extends</a:t>
            </a:r>
            <a:r>
              <a:rPr lang="en-US" sz="1800" b="1" dirty="0">
                <a:solidFill>
                  <a:srgbClr val="000000"/>
                </a:solidFill>
                <a:latin typeface="Consolas" panose="020B0609020204030204" pitchFamily="49" charset="0"/>
              </a:rPr>
              <a:t> </a:t>
            </a:r>
            <a:r>
              <a:rPr lang="en-US" sz="1800" dirty="0">
                <a:solidFill>
                  <a:srgbClr val="000000"/>
                </a:solidFill>
                <a:latin typeface="Consolas" panose="020B0609020204030204" pitchFamily="49" charset="0"/>
              </a:rPr>
              <a:t>Mammal&gt; </a:t>
            </a:r>
            <a:r>
              <a:rPr lang="en-US" sz="1800" dirty="0">
                <a:solidFill>
                  <a:srgbClr val="6A3E3E"/>
                </a:solidFill>
                <a:latin typeface="Consolas" panose="020B0609020204030204" pitchFamily="49" charset="0"/>
              </a:rPr>
              <a:t>mammals</a:t>
            </a:r>
            <a:r>
              <a:rPr lang="en-US" sz="1800" dirty="0">
                <a:solidFill>
                  <a:srgbClr val="000000"/>
                </a:solidFill>
                <a:latin typeface="Consolas" panose="020B0609020204030204" pitchFamily="49" charset="0"/>
              </a:rPr>
              <a:t>) {</a:t>
            </a:r>
          </a:p>
          <a:p>
            <a:pPr marL="0" indent="0">
              <a:lnSpc>
                <a:spcPct val="120000"/>
              </a:lnSpc>
              <a:spcAft>
                <a:spcPts val="600"/>
              </a:spcAft>
              <a:buNone/>
            </a:pPr>
            <a:r>
              <a:rPr lang="en-US" sz="1800" dirty="0">
                <a:solidFill>
                  <a:srgbClr val="7F0055"/>
                </a:solidFill>
                <a:latin typeface="Consolas" panose="020B0609020204030204" pitchFamily="49" charset="0"/>
              </a:rPr>
              <a:t>	for</a:t>
            </a:r>
            <a:r>
              <a:rPr lang="en-US" sz="1800" dirty="0">
                <a:solidFill>
                  <a:srgbClr val="000000"/>
                </a:solidFill>
                <a:latin typeface="Consolas" panose="020B0609020204030204" pitchFamily="49" charset="0"/>
              </a:rPr>
              <a:t> (Mammal </a:t>
            </a:r>
            <a:r>
              <a:rPr lang="en-US" sz="1800" dirty="0" err="1">
                <a:solidFill>
                  <a:srgbClr val="6A3E3E"/>
                </a:solidFill>
                <a:latin typeface="Consolas" panose="020B0609020204030204" pitchFamily="49" charset="0"/>
              </a:rPr>
              <a:t>mammal</a:t>
            </a:r>
            <a:r>
              <a:rPr lang="en-US" sz="1800" dirty="0" err="1">
                <a:solidFill>
                  <a:srgbClr val="000000"/>
                </a:solidFill>
                <a:latin typeface="Consolas" panose="020B0609020204030204" pitchFamily="49" charset="0"/>
              </a:rPr>
              <a:t>:</a:t>
            </a:r>
            <a:r>
              <a:rPr lang="en-US" sz="1800" dirty="0" err="1">
                <a:solidFill>
                  <a:srgbClr val="6A3E3E"/>
                </a:solidFill>
                <a:latin typeface="Consolas" panose="020B0609020204030204" pitchFamily="49" charset="0"/>
              </a:rPr>
              <a:t>mammals</a:t>
            </a:r>
            <a:r>
              <a:rPr lang="en-US" sz="1800" dirty="0">
                <a:solidFill>
                  <a:srgbClr val="000000"/>
                </a:solidFill>
                <a:latin typeface="Consolas" panose="020B0609020204030204" pitchFamily="49" charset="0"/>
              </a:rPr>
              <a:t>) {</a:t>
            </a:r>
          </a:p>
          <a:p>
            <a:pPr marL="0" indent="0">
              <a:lnSpc>
                <a:spcPct val="120000"/>
              </a:lnSpc>
              <a:spcAft>
                <a:spcPts val="600"/>
              </a:spcAft>
              <a:buNone/>
            </a:pPr>
            <a:r>
              <a:rPr lang="en-US" sz="1800" dirty="0">
                <a:solidFill>
                  <a:srgbClr val="6A3E3E"/>
                </a:solidFill>
                <a:latin typeface="Consolas" panose="020B0609020204030204" pitchFamily="49" charset="0"/>
              </a:rPr>
              <a:t>		</a:t>
            </a:r>
            <a:r>
              <a:rPr lang="en-US" sz="1800" dirty="0" err="1">
                <a:solidFill>
                  <a:srgbClr val="6A3E3E"/>
                </a:solidFill>
                <a:latin typeface="Consolas" panose="020B0609020204030204" pitchFamily="49" charset="0"/>
              </a:rPr>
              <a:t>mammal</a:t>
            </a:r>
            <a:r>
              <a:rPr lang="en-US" sz="1800" dirty="0" err="1">
                <a:solidFill>
                  <a:srgbClr val="000000"/>
                </a:solidFill>
                <a:latin typeface="Consolas" panose="020B0609020204030204" pitchFamily="49" charset="0"/>
              </a:rPr>
              <a:t>.getMilk</a:t>
            </a:r>
            <a:r>
              <a:rPr lang="en-US" sz="1800" dirty="0">
                <a:solidFill>
                  <a:srgbClr val="000000"/>
                </a:solidFill>
                <a:latin typeface="Consolas" panose="020B0609020204030204" pitchFamily="49" charset="0"/>
              </a:rPr>
              <a:t>();</a:t>
            </a:r>
          </a:p>
          <a:p>
            <a:pPr marL="0" indent="0">
              <a:lnSpc>
                <a:spcPct val="120000"/>
              </a:lnSpc>
              <a:spcAft>
                <a:spcPts val="600"/>
              </a:spcAft>
              <a:buNone/>
            </a:pPr>
            <a:r>
              <a:rPr lang="en-US" sz="1800" dirty="0"/>
              <a:t>	}</a:t>
            </a:r>
          </a:p>
          <a:p>
            <a:pPr marL="0" indent="0">
              <a:lnSpc>
                <a:spcPct val="120000"/>
              </a:lnSpc>
              <a:spcAft>
                <a:spcPts val="600"/>
              </a:spcAft>
              <a:buNone/>
            </a:pPr>
            <a:r>
              <a:rPr lang="en-US" sz="1800" dirty="0"/>
              <a:t>}</a:t>
            </a:r>
          </a:p>
          <a:p>
            <a:pPr marL="0" indent="0">
              <a:lnSpc>
                <a:spcPct val="120000"/>
              </a:lnSpc>
              <a:spcAft>
                <a:spcPts val="600"/>
              </a:spcAft>
              <a:buNone/>
            </a:pPr>
            <a:r>
              <a:rPr lang="en-US" sz="2000" dirty="0"/>
              <a:t>…</a:t>
            </a:r>
          </a:p>
          <a:p>
            <a:pPr marL="0" indent="0">
              <a:lnSpc>
                <a:spcPct val="120000"/>
              </a:lnSpc>
              <a:spcAft>
                <a:spcPts val="600"/>
              </a:spcAft>
              <a:buNone/>
            </a:pPr>
            <a:r>
              <a:rPr lang="en-US" sz="2000" dirty="0">
                <a:solidFill>
                  <a:srgbClr val="000000"/>
                </a:solidFill>
                <a:latin typeface="Consolas" panose="020B0609020204030204" pitchFamily="49" charset="0"/>
              </a:rPr>
              <a:t>List&lt;Cow&gt; </a:t>
            </a:r>
            <a:r>
              <a:rPr lang="en-US" sz="2000" dirty="0">
                <a:solidFill>
                  <a:srgbClr val="6A3E3E"/>
                </a:solidFill>
                <a:latin typeface="Consolas" panose="020B0609020204030204" pitchFamily="49" charset="0"/>
              </a:rPr>
              <a:t>cows</a:t>
            </a:r>
            <a:r>
              <a:rPr lang="en-US" sz="2000" dirty="0">
                <a:solidFill>
                  <a:srgbClr val="000000"/>
                </a:solidFill>
                <a:latin typeface="Consolas" panose="020B0609020204030204" pitchFamily="49" charset="0"/>
              </a:rPr>
              <a:t> = new </a:t>
            </a:r>
            <a:r>
              <a:rPr lang="en-US" sz="2000" dirty="0" err="1">
                <a:solidFill>
                  <a:srgbClr val="000000"/>
                </a:solidFill>
                <a:latin typeface="Consolas" panose="020B0609020204030204" pitchFamily="49" charset="0"/>
              </a:rPr>
              <a:t>ArrayList</a:t>
            </a:r>
            <a:r>
              <a:rPr lang="en-US" sz="2000" dirty="0">
                <a:solidFill>
                  <a:srgbClr val="000000"/>
                </a:solidFill>
                <a:latin typeface="Consolas" panose="020B0609020204030204" pitchFamily="49" charset="0"/>
              </a:rPr>
              <a:t>();</a:t>
            </a:r>
          </a:p>
          <a:p>
            <a:pPr marL="0" indent="0">
              <a:lnSpc>
                <a:spcPct val="120000"/>
              </a:lnSpc>
              <a:spcAft>
                <a:spcPts val="600"/>
              </a:spcAft>
              <a:buNone/>
            </a:pPr>
            <a:r>
              <a:rPr lang="en-US" sz="2000" dirty="0" err="1">
                <a:solidFill>
                  <a:srgbClr val="000000"/>
                </a:solidFill>
                <a:latin typeface="Consolas" panose="020B0609020204030204" pitchFamily="49" charset="0"/>
              </a:rPr>
              <a:t>cows.add</a:t>
            </a:r>
            <a:r>
              <a:rPr lang="en-US" sz="2000" dirty="0">
                <a:solidFill>
                  <a:srgbClr val="000000"/>
                </a:solidFill>
                <a:latin typeface="Consolas" panose="020B0609020204030204" pitchFamily="49" charset="0"/>
              </a:rPr>
              <a:t>(new Cow());</a:t>
            </a:r>
          </a:p>
          <a:p>
            <a:pPr marL="0" indent="0">
              <a:lnSpc>
                <a:spcPct val="120000"/>
              </a:lnSpc>
              <a:spcAft>
                <a:spcPts val="600"/>
              </a:spcAft>
              <a:buNone/>
            </a:pPr>
            <a:r>
              <a:rPr lang="en-US" sz="2000" b="1" dirty="0">
                <a:solidFill>
                  <a:srgbClr val="000000"/>
                </a:solidFill>
                <a:latin typeface="Consolas" panose="020B0609020204030204" pitchFamily="49" charset="0"/>
              </a:rPr>
              <a:t>…</a:t>
            </a:r>
          </a:p>
          <a:p>
            <a:pPr marL="0" indent="0">
              <a:lnSpc>
                <a:spcPct val="120000"/>
              </a:lnSpc>
              <a:spcAft>
                <a:spcPts val="600"/>
              </a:spcAft>
              <a:buNone/>
            </a:pPr>
            <a:r>
              <a:rPr lang="en-US" sz="2000" i="1" dirty="0" err="1">
                <a:solidFill>
                  <a:srgbClr val="000000"/>
                </a:solidFill>
                <a:latin typeface="Consolas" panose="020B0609020204030204" pitchFamily="49" charset="0"/>
              </a:rPr>
              <a:t>milkMammals</a:t>
            </a:r>
            <a:r>
              <a:rPr lang="en-US" sz="2000" i="1" dirty="0">
                <a:solidFill>
                  <a:srgbClr val="000000"/>
                </a:solidFill>
                <a:latin typeface="Consolas" panose="020B0609020204030204" pitchFamily="49" charset="0"/>
              </a:rPr>
              <a:t>(</a:t>
            </a:r>
            <a:r>
              <a:rPr lang="en-US" sz="2000" i="1" dirty="0">
                <a:solidFill>
                  <a:srgbClr val="6A3E3E"/>
                </a:solidFill>
                <a:latin typeface="Consolas" panose="020B0609020204030204" pitchFamily="49" charset="0"/>
              </a:rPr>
              <a:t>cows</a:t>
            </a:r>
            <a:r>
              <a:rPr lang="en-US" sz="2000" i="1" dirty="0">
                <a:solidFill>
                  <a:srgbClr val="000000"/>
                </a:solidFill>
                <a:latin typeface="Consolas" panose="020B0609020204030204" pitchFamily="49" charset="0"/>
              </a:rPr>
              <a:t>);</a:t>
            </a:r>
          </a:p>
          <a:p>
            <a:pPr marL="0" indent="0">
              <a:lnSpc>
                <a:spcPct val="120000"/>
              </a:lnSpc>
              <a:spcAft>
                <a:spcPts val="600"/>
              </a:spcAft>
              <a:buNone/>
            </a:pPr>
            <a:endParaRPr lang="he-IL" sz="2000" dirty="0"/>
          </a:p>
        </p:txBody>
      </p:sp>
      <p:sp>
        <p:nvSpPr>
          <p:cNvPr id="7" name="Date Placeholder 6">
            <a:extLst>
              <a:ext uri="{FF2B5EF4-FFF2-40B4-BE49-F238E27FC236}">
                <a16:creationId xmlns:a16="http://schemas.microsoft.com/office/drawing/2014/main" id="{BEA8287F-5D21-432B-868B-5C78E2CF5854}"/>
              </a:ext>
            </a:extLst>
          </p:cNvPr>
          <p:cNvSpPr>
            <a:spLocks noGrp="1"/>
          </p:cNvSpPr>
          <p:nvPr>
            <p:ph type="dt" sz="half" idx="10"/>
          </p:nvPr>
        </p:nvSpPr>
        <p:spPr/>
        <p:txBody>
          <a:bodyPr/>
          <a:lstStyle/>
          <a:p>
            <a:fld id="{D42669EE-F265-496A-A678-2E8ED0EF99BA}" type="datetime8">
              <a:rPr lang="he-IL" smtClean="0"/>
              <a:t>19 אפריל 26</a:t>
            </a:fld>
            <a:endParaRPr lang="en-US" dirty="0"/>
          </a:p>
        </p:txBody>
      </p:sp>
      <p:sp>
        <p:nvSpPr>
          <p:cNvPr id="8" name="Footer Placeholder 7">
            <a:extLst>
              <a:ext uri="{FF2B5EF4-FFF2-40B4-BE49-F238E27FC236}">
                <a16:creationId xmlns:a16="http://schemas.microsoft.com/office/drawing/2014/main" id="{065D252A-8B36-4582-892B-A768D03C6557}"/>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A98A2B6F-059D-4526-A81B-E09389FB23A6}"/>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30</a:t>
            </a:fld>
            <a:endParaRPr kumimoji="0" lang="en-US" dirty="0"/>
          </a:p>
        </p:txBody>
      </p:sp>
      <p:grpSp>
        <p:nvGrpSpPr>
          <p:cNvPr id="10" name="Group 4">
            <a:extLst>
              <a:ext uri="{FF2B5EF4-FFF2-40B4-BE49-F238E27FC236}">
                <a16:creationId xmlns:a16="http://schemas.microsoft.com/office/drawing/2014/main" id="{CC843ACC-A1E9-489D-8ADD-D105FFBCAE8A}"/>
              </a:ext>
            </a:extLst>
          </p:cNvPr>
          <p:cNvGrpSpPr>
            <a:grpSpLocks noChangeAspect="1"/>
          </p:cNvGrpSpPr>
          <p:nvPr/>
        </p:nvGrpSpPr>
        <p:grpSpPr bwMode="auto">
          <a:xfrm>
            <a:off x="5867400" y="2252663"/>
            <a:ext cx="2232025" cy="3973512"/>
            <a:chOff x="3696" y="1419"/>
            <a:chExt cx="1406" cy="2503"/>
          </a:xfrm>
        </p:grpSpPr>
        <p:sp>
          <p:nvSpPr>
            <p:cNvPr id="12" name="AutoShape 3">
              <a:extLst>
                <a:ext uri="{FF2B5EF4-FFF2-40B4-BE49-F238E27FC236}">
                  <a16:creationId xmlns:a16="http://schemas.microsoft.com/office/drawing/2014/main" id="{78133950-BAE3-4F46-918E-A2D187566812}"/>
                </a:ext>
              </a:extLst>
            </p:cNvPr>
            <p:cNvSpPr>
              <a:spLocks noChangeAspect="1" noChangeArrowheads="1" noTextEdit="1"/>
            </p:cNvSpPr>
            <p:nvPr/>
          </p:nvSpPr>
          <p:spPr bwMode="auto">
            <a:xfrm>
              <a:off x="3696" y="1419"/>
              <a:ext cx="1398" cy="2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 name="Rectangle 5">
              <a:extLst>
                <a:ext uri="{FF2B5EF4-FFF2-40B4-BE49-F238E27FC236}">
                  <a16:creationId xmlns:a16="http://schemas.microsoft.com/office/drawing/2014/main" id="{C7D13761-DEBA-458F-A8CE-1F7017261FA1}"/>
                </a:ext>
              </a:extLst>
            </p:cNvPr>
            <p:cNvSpPr>
              <a:spLocks noChangeArrowheads="1"/>
            </p:cNvSpPr>
            <p:nvPr/>
          </p:nvSpPr>
          <p:spPr bwMode="auto">
            <a:xfrm>
              <a:off x="3696" y="1419"/>
              <a:ext cx="1406" cy="2503"/>
            </a:xfrm>
            <a:prstGeom prst="rect">
              <a:avLst/>
            </a:prstGeom>
            <a:noFill/>
            <a:ln w="11113">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4" name="Rectangle 6">
              <a:extLst>
                <a:ext uri="{FF2B5EF4-FFF2-40B4-BE49-F238E27FC236}">
                  <a16:creationId xmlns:a16="http://schemas.microsoft.com/office/drawing/2014/main" id="{C2257AB2-6B9C-49D8-A484-3CA522300EEA}"/>
                </a:ext>
              </a:extLst>
            </p:cNvPr>
            <p:cNvSpPr>
              <a:spLocks noChangeArrowheads="1"/>
            </p:cNvSpPr>
            <p:nvPr/>
          </p:nvSpPr>
          <p:spPr bwMode="auto">
            <a:xfrm>
              <a:off x="3783" y="1506"/>
              <a:ext cx="1231" cy="563"/>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15" name="Rectangle 7">
              <a:extLst>
                <a:ext uri="{FF2B5EF4-FFF2-40B4-BE49-F238E27FC236}">
                  <a16:creationId xmlns:a16="http://schemas.microsoft.com/office/drawing/2014/main" id="{227AF367-2B29-4AB9-BFF3-96F848666204}"/>
                </a:ext>
              </a:extLst>
            </p:cNvPr>
            <p:cNvSpPr>
              <a:spLocks noChangeArrowheads="1"/>
            </p:cNvSpPr>
            <p:nvPr/>
          </p:nvSpPr>
          <p:spPr bwMode="auto">
            <a:xfrm>
              <a:off x="3783" y="2061"/>
              <a:ext cx="1231" cy="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6" name="Rectangle 8">
              <a:extLst>
                <a:ext uri="{FF2B5EF4-FFF2-40B4-BE49-F238E27FC236}">
                  <a16:creationId xmlns:a16="http://schemas.microsoft.com/office/drawing/2014/main" id="{0427E403-073A-43F8-99E0-16BDEBF99FF2}"/>
                </a:ext>
              </a:extLst>
            </p:cNvPr>
            <p:cNvSpPr>
              <a:spLocks noChangeArrowheads="1"/>
            </p:cNvSpPr>
            <p:nvPr/>
          </p:nvSpPr>
          <p:spPr bwMode="auto">
            <a:xfrm>
              <a:off x="3783" y="2053"/>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7" name="Rectangle 9">
              <a:extLst>
                <a:ext uri="{FF2B5EF4-FFF2-40B4-BE49-F238E27FC236}">
                  <a16:creationId xmlns:a16="http://schemas.microsoft.com/office/drawing/2014/main" id="{5295F6C3-3BB9-4F95-B934-7EF6B62B19A1}"/>
                </a:ext>
              </a:extLst>
            </p:cNvPr>
            <p:cNvSpPr>
              <a:spLocks noChangeArrowheads="1"/>
            </p:cNvSpPr>
            <p:nvPr/>
          </p:nvSpPr>
          <p:spPr bwMode="auto">
            <a:xfrm>
              <a:off x="3783" y="2045"/>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8" name="Rectangle 10">
              <a:extLst>
                <a:ext uri="{FF2B5EF4-FFF2-40B4-BE49-F238E27FC236}">
                  <a16:creationId xmlns:a16="http://schemas.microsoft.com/office/drawing/2014/main" id="{EFDB067A-2289-44F8-93B7-4792FF57EE45}"/>
                </a:ext>
              </a:extLst>
            </p:cNvPr>
            <p:cNvSpPr>
              <a:spLocks noChangeArrowheads="1"/>
            </p:cNvSpPr>
            <p:nvPr/>
          </p:nvSpPr>
          <p:spPr bwMode="auto">
            <a:xfrm>
              <a:off x="3783" y="2037"/>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9" name="Rectangle 11">
              <a:extLst>
                <a:ext uri="{FF2B5EF4-FFF2-40B4-BE49-F238E27FC236}">
                  <a16:creationId xmlns:a16="http://schemas.microsoft.com/office/drawing/2014/main" id="{6F65837F-6FC1-41AC-849C-159E2E36753E}"/>
                </a:ext>
              </a:extLst>
            </p:cNvPr>
            <p:cNvSpPr>
              <a:spLocks noChangeArrowheads="1"/>
            </p:cNvSpPr>
            <p:nvPr/>
          </p:nvSpPr>
          <p:spPr bwMode="auto">
            <a:xfrm>
              <a:off x="3783" y="2029"/>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0" name="Rectangle 12">
              <a:extLst>
                <a:ext uri="{FF2B5EF4-FFF2-40B4-BE49-F238E27FC236}">
                  <a16:creationId xmlns:a16="http://schemas.microsoft.com/office/drawing/2014/main" id="{B07CF605-FEF4-4EA0-A598-1164C6E230EC}"/>
                </a:ext>
              </a:extLst>
            </p:cNvPr>
            <p:cNvSpPr>
              <a:spLocks noChangeArrowheads="1"/>
            </p:cNvSpPr>
            <p:nvPr/>
          </p:nvSpPr>
          <p:spPr bwMode="auto">
            <a:xfrm>
              <a:off x="3783" y="2021"/>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1" name="Rectangle 13">
              <a:extLst>
                <a:ext uri="{FF2B5EF4-FFF2-40B4-BE49-F238E27FC236}">
                  <a16:creationId xmlns:a16="http://schemas.microsoft.com/office/drawing/2014/main" id="{482047E7-3D3D-4A67-9238-07A5A7934857}"/>
                </a:ext>
              </a:extLst>
            </p:cNvPr>
            <p:cNvSpPr>
              <a:spLocks noChangeArrowheads="1"/>
            </p:cNvSpPr>
            <p:nvPr/>
          </p:nvSpPr>
          <p:spPr bwMode="auto">
            <a:xfrm>
              <a:off x="3783" y="2013"/>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2" name="Rectangle 14">
              <a:extLst>
                <a:ext uri="{FF2B5EF4-FFF2-40B4-BE49-F238E27FC236}">
                  <a16:creationId xmlns:a16="http://schemas.microsoft.com/office/drawing/2014/main" id="{73868FBF-4C44-4DBF-8FA8-0E6A9647519E}"/>
                </a:ext>
              </a:extLst>
            </p:cNvPr>
            <p:cNvSpPr>
              <a:spLocks noChangeArrowheads="1"/>
            </p:cNvSpPr>
            <p:nvPr/>
          </p:nvSpPr>
          <p:spPr bwMode="auto">
            <a:xfrm>
              <a:off x="3783" y="2005"/>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3" name="Rectangle 15">
              <a:extLst>
                <a:ext uri="{FF2B5EF4-FFF2-40B4-BE49-F238E27FC236}">
                  <a16:creationId xmlns:a16="http://schemas.microsoft.com/office/drawing/2014/main" id="{3D54E1BB-9B14-43B4-B3C8-D396C1A7FBD5}"/>
                </a:ext>
              </a:extLst>
            </p:cNvPr>
            <p:cNvSpPr>
              <a:spLocks noChangeArrowheads="1"/>
            </p:cNvSpPr>
            <p:nvPr/>
          </p:nvSpPr>
          <p:spPr bwMode="auto">
            <a:xfrm>
              <a:off x="3783" y="1997"/>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4" name="Rectangle 16">
              <a:extLst>
                <a:ext uri="{FF2B5EF4-FFF2-40B4-BE49-F238E27FC236}">
                  <a16:creationId xmlns:a16="http://schemas.microsoft.com/office/drawing/2014/main" id="{D07EA565-35A7-41E3-9CD3-A715C2C54C2C}"/>
                </a:ext>
              </a:extLst>
            </p:cNvPr>
            <p:cNvSpPr>
              <a:spLocks noChangeArrowheads="1"/>
            </p:cNvSpPr>
            <p:nvPr/>
          </p:nvSpPr>
          <p:spPr bwMode="auto">
            <a:xfrm>
              <a:off x="3783" y="1989"/>
              <a:ext cx="1231" cy="8"/>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5" name="Rectangle 17">
              <a:extLst>
                <a:ext uri="{FF2B5EF4-FFF2-40B4-BE49-F238E27FC236}">
                  <a16:creationId xmlns:a16="http://schemas.microsoft.com/office/drawing/2014/main" id="{3848FE77-E9B2-415B-9BCB-E66F04D981F7}"/>
                </a:ext>
              </a:extLst>
            </p:cNvPr>
            <p:cNvSpPr>
              <a:spLocks noChangeArrowheads="1"/>
            </p:cNvSpPr>
            <p:nvPr/>
          </p:nvSpPr>
          <p:spPr bwMode="auto">
            <a:xfrm>
              <a:off x="3783" y="1981"/>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6" name="Rectangle 18">
              <a:extLst>
                <a:ext uri="{FF2B5EF4-FFF2-40B4-BE49-F238E27FC236}">
                  <a16:creationId xmlns:a16="http://schemas.microsoft.com/office/drawing/2014/main" id="{A1D1E127-6F93-4F96-A0B0-A3E49B20AAED}"/>
                </a:ext>
              </a:extLst>
            </p:cNvPr>
            <p:cNvSpPr>
              <a:spLocks noChangeArrowheads="1"/>
            </p:cNvSpPr>
            <p:nvPr/>
          </p:nvSpPr>
          <p:spPr bwMode="auto">
            <a:xfrm>
              <a:off x="3783" y="1973"/>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7" name="Rectangle 19">
              <a:extLst>
                <a:ext uri="{FF2B5EF4-FFF2-40B4-BE49-F238E27FC236}">
                  <a16:creationId xmlns:a16="http://schemas.microsoft.com/office/drawing/2014/main" id="{70A93E13-1AC9-4F2A-88BA-359AB9A3CDEA}"/>
                </a:ext>
              </a:extLst>
            </p:cNvPr>
            <p:cNvSpPr>
              <a:spLocks noChangeArrowheads="1"/>
            </p:cNvSpPr>
            <p:nvPr/>
          </p:nvSpPr>
          <p:spPr bwMode="auto">
            <a:xfrm>
              <a:off x="3783" y="1966"/>
              <a:ext cx="1231" cy="7"/>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8" name="Rectangle 20">
              <a:extLst>
                <a:ext uri="{FF2B5EF4-FFF2-40B4-BE49-F238E27FC236}">
                  <a16:creationId xmlns:a16="http://schemas.microsoft.com/office/drawing/2014/main" id="{A3C70D00-AEC6-49A6-B973-30A4E7DE786B}"/>
                </a:ext>
              </a:extLst>
            </p:cNvPr>
            <p:cNvSpPr>
              <a:spLocks noChangeArrowheads="1"/>
            </p:cNvSpPr>
            <p:nvPr/>
          </p:nvSpPr>
          <p:spPr bwMode="auto">
            <a:xfrm>
              <a:off x="3783" y="1958"/>
              <a:ext cx="1231" cy="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9" name="Rectangle 21">
              <a:extLst>
                <a:ext uri="{FF2B5EF4-FFF2-40B4-BE49-F238E27FC236}">
                  <a16:creationId xmlns:a16="http://schemas.microsoft.com/office/drawing/2014/main" id="{AF80B305-907B-4980-B1B0-5289DC7A88B0}"/>
                </a:ext>
              </a:extLst>
            </p:cNvPr>
            <p:cNvSpPr>
              <a:spLocks noChangeArrowheads="1"/>
            </p:cNvSpPr>
            <p:nvPr/>
          </p:nvSpPr>
          <p:spPr bwMode="auto">
            <a:xfrm>
              <a:off x="3783" y="1950"/>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0" name="Rectangle 22">
              <a:extLst>
                <a:ext uri="{FF2B5EF4-FFF2-40B4-BE49-F238E27FC236}">
                  <a16:creationId xmlns:a16="http://schemas.microsoft.com/office/drawing/2014/main" id="{6D8843D2-B13F-410C-A7FB-56A4FE55473E}"/>
                </a:ext>
              </a:extLst>
            </p:cNvPr>
            <p:cNvSpPr>
              <a:spLocks noChangeArrowheads="1"/>
            </p:cNvSpPr>
            <p:nvPr/>
          </p:nvSpPr>
          <p:spPr bwMode="auto">
            <a:xfrm>
              <a:off x="3783" y="1506"/>
              <a:ext cx="1231" cy="563"/>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31" name="Rectangle 23">
              <a:extLst>
                <a:ext uri="{FF2B5EF4-FFF2-40B4-BE49-F238E27FC236}">
                  <a16:creationId xmlns:a16="http://schemas.microsoft.com/office/drawing/2014/main" id="{0A8472CA-D08C-4FAE-99FF-F60048F4AD8C}"/>
                </a:ext>
              </a:extLst>
            </p:cNvPr>
            <p:cNvSpPr>
              <a:spLocks noChangeArrowheads="1"/>
            </p:cNvSpPr>
            <p:nvPr/>
          </p:nvSpPr>
          <p:spPr bwMode="auto">
            <a:xfrm>
              <a:off x="3783" y="1672"/>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2" name="Rectangle 24">
              <a:extLst>
                <a:ext uri="{FF2B5EF4-FFF2-40B4-BE49-F238E27FC236}">
                  <a16:creationId xmlns:a16="http://schemas.microsoft.com/office/drawing/2014/main" id="{6E7E7E9E-19D4-4E1A-B590-07B27BEF7C0F}"/>
                </a:ext>
              </a:extLst>
            </p:cNvPr>
            <p:cNvSpPr>
              <a:spLocks noChangeArrowheads="1"/>
            </p:cNvSpPr>
            <p:nvPr/>
          </p:nvSpPr>
          <p:spPr bwMode="auto">
            <a:xfrm>
              <a:off x="3783" y="1665"/>
              <a:ext cx="1231" cy="7"/>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3" name="Rectangle 25">
              <a:extLst>
                <a:ext uri="{FF2B5EF4-FFF2-40B4-BE49-F238E27FC236}">
                  <a16:creationId xmlns:a16="http://schemas.microsoft.com/office/drawing/2014/main" id="{BC37FC81-F2B4-4BFC-9ECB-C9B53811F6D7}"/>
                </a:ext>
              </a:extLst>
            </p:cNvPr>
            <p:cNvSpPr>
              <a:spLocks noChangeArrowheads="1"/>
            </p:cNvSpPr>
            <p:nvPr/>
          </p:nvSpPr>
          <p:spPr bwMode="auto">
            <a:xfrm>
              <a:off x="3783" y="1657"/>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4" name="Rectangle 26">
              <a:extLst>
                <a:ext uri="{FF2B5EF4-FFF2-40B4-BE49-F238E27FC236}">
                  <a16:creationId xmlns:a16="http://schemas.microsoft.com/office/drawing/2014/main" id="{17489877-582D-43B3-9227-7DFE88DE6126}"/>
                </a:ext>
              </a:extLst>
            </p:cNvPr>
            <p:cNvSpPr>
              <a:spLocks noChangeArrowheads="1"/>
            </p:cNvSpPr>
            <p:nvPr/>
          </p:nvSpPr>
          <p:spPr bwMode="auto">
            <a:xfrm>
              <a:off x="3783" y="1649"/>
              <a:ext cx="1231" cy="8"/>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5" name="Rectangle 27">
              <a:extLst>
                <a:ext uri="{FF2B5EF4-FFF2-40B4-BE49-F238E27FC236}">
                  <a16:creationId xmlns:a16="http://schemas.microsoft.com/office/drawing/2014/main" id="{D8F39898-1B54-4E3F-ACDD-82509BB25380}"/>
                </a:ext>
              </a:extLst>
            </p:cNvPr>
            <p:cNvSpPr>
              <a:spLocks noChangeArrowheads="1"/>
            </p:cNvSpPr>
            <p:nvPr/>
          </p:nvSpPr>
          <p:spPr bwMode="auto">
            <a:xfrm>
              <a:off x="3783" y="1641"/>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6" name="Rectangle 28">
              <a:extLst>
                <a:ext uri="{FF2B5EF4-FFF2-40B4-BE49-F238E27FC236}">
                  <a16:creationId xmlns:a16="http://schemas.microsoft.com/office/drawing/2014/main" id="{D162AE78-CDAF-4A3D-8506-57C7D01E6512}"/>
                </a:ext>
              </a:extLst>
            </p:cNvPr>
            <p:cNvSpPr>
              <a:spLocks noChangeArrowheads="1"/>
            </p:cNvSpPr>
            <p:nvPr/>
          </p:nvSpPr>
          <p:spPr bwMode="auto">
            <a:xfrm>
              <a:off x="3783" y="1633"/>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7" name="Rectangle 29">
              <a:extLst>
                <a:ext uri="{FF2B5EF4-FFF2-40B4-BE49-F238E27FC236}">
                  <a16:creationId xmlns:a16="http://schemas.microsoft.com/office/drawing/2014/main" id="{005A9485-C1E1-4C15-80A1-7B1D97EC95C2}"/>
                </a:ext>
              </a:extLst>
            </p:cNvPr>
            <p:cNvSpPr>
              <a:spLocks noChangeArrowheads="1"/>
            </p:cNvSpPr>
            <p:nvPr/>
          </p:nvSpPr>
          <p:spPr bwMode="auto">
            <a:xfrm>
              <a:off x="3783" y="1625"/>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8" name="Rectangle 30">
              <a:extLst>
                <a:ext uri="{FF2B5EF4-FFF2-40B4-BE49-F238E27FC236}">
                  <a16:creationId xmlns:a16="http://schemas.microsoft.com/office/drawing/2014/main" id="{214FB22C-C704-40C3-86B6-828F323140EB}"/>
                </a:ext>
              </a:extLst>
            </p:cNvPr>
            <p:cNvSpPr>
              <a:spLocks noChangeArrowheads="1"/>
            </p:cNvSpPr>
            <p:nvPr/>
          </p:nvSpPr>
          <p:spPr bwMode="auto">
            <a:xfrm>
              <a:off x="3783" y="1617"/>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9" name="Rectangle 31">
              <a:extLst>
                <a:ext uri="{FF2B5EF4-FFF2-40B4-BE49-F238E27FC236}">
                  <a16:creationId xmlns:a16="http://schemas.microsoft.com/office/drawing/2014/main" id="{AD5E8344-92E3-4851-B07F-17A4A2D80962}"/>
                </a:ext>
              </a:extLst>
            </p:cNvPr>
            <p:cNvSpPr>
              <a:spLocks noChangeArrowheads="1"/>
            </p:cNvSpPr>
            <p:nvPr/>
          </p:nvSpPr>
          <p:spPr bwMode="auto">
            <a:xfrm>
              <a:off x="3783" y="1609"/>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0" name="Rectangle 32">
              <a:extLst>
                <a:ext uri="{FF2B5EF4-FFF2-40B4-BE49-F238E27FC236}">
                  <a16:creationId xmlns:a16="http://schemas.microsoft.com/office/drawing/2014/main" id="{29FB1001-1A7E-4E93-90B2-0C316D122434}"/>
                </a:ext>
              </a:extLst>
            </p:cNvPr>
            <p:cNvSpPr>
              <a:spLocks noChangeArrowheads="1"/>
            </p:cNvSpPr>
            <p:nvPr/>
          </p:nvSpPr>
          <p:spPr bwMode="auto">
            <a:xfrm>
              <a:off x="3783" y="1601"/>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1" name="Rectangle 33">
              <a:extLst>
                <a:ext uri="{FF2B5EF4-FFF2-40B4-BE49-F238E27FC236}">
                  <a16:creationId xmlns:a16="http://schemas.microsoft.com/office/drawing/2014/main" id="{B0DAAE33-2765-4159-B8A4-D11A121E5EDD}"/>
                </a:ext>
              </a:extLst>
            </p:cNvPr>
            <p:cNvSpPr>
              <a:spLocks noChangeArrowheads="1"/>
            </p:cNvSpPr>
            <p:nvPr/>
          </p:nvSpPr>
          <p:spPr bwMode="auto">
            <a:xfrm>
              <a:off x="3783" y="1593"/>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2" name="Rectangle 34">
              <a:extLst>
                <a:ext uri="{FF2B5EF4-FFF2-40B4-BE49-F238E27FC236}">
                  <a16:creationId xmlns:a16="http://schemas.microsoft.com/office/drawing/2014/main" id="{5AA78E96-1A67-4989-BF9B-F0EC47E7E72F}"/>
                </a:ext>
              </a:extLst>
            </p:cNvPr>
            <p:cNvSpPr>
              <a:spLocks noChangeArrowheads="1"/>
            </p:cNvSpPr>
            <p:nvPr/>
          </p:nvSpPr>
          <p:spPr bwMode="auto">
            <a:xfrm>
              <a:off x="3783" y="1585"/>
              <a:ext cx="1231" cy="8"/>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3" name="Rectangle 35">
              <a:extLst>
                <a:ext uri="{FF2B5EF4-FFF2-40B4-BE49-F238E27FC236}">
                  <a16:creationId xmlns:a16="http://schemas.microsoft.com/office/drawing/2014/main" id="{695AB57F-D0B5-4CA7-9B00-9A09AB28FC16}"/>
                </a:ext>
              </a:extLst>
            </p:cNvPr>
            <p:cNvSpPr>
              <a:spLocks noChangeArrowheads="1"/>
            </p:cNvSpPr>
            <p:nvPr/>
          </p:nvSpPr>
          <p:spPr bwMode="auto">
            <a:xfrm>
              <a:off x="3783" y="1577"/>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4" name="Rectangle 36">
              <a:extLst>
                <a:ext uri="{FF2B5EF4-FFF2-40B4-BE49-F238E27FC236}">
                  <a16:creationId xmlns:a16="http://schemas.microsoft.com/office/drawing/2014/main" id="{3BA9FA71-4E92-41CD-AE71-E15B10BE55E5}"/>
                </a:ext>
              </a:extLst>
            </p:cNvPr>
            <p:cNvSpPr>
              <a:spLocks noChangeArrowheads="1"/>
            </p:cNvSpPr>
            <p:nvPr/>
          </p:nvSpPr>
          <p:spPr bwMode="auto">
            <a:xfrm>
              <a:off x="3783" y="1570"/>
              <a:ext cx="1231" cy="7"/>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5" name="Rectangle 37">
              <a:extLst>
                <a:ext uri="{FF2B5EF4-FFF2-40B4-BE49-F238E27FC236}">
                  <a16:creationId xmlns:a16="http://schemas.microsoft.com/office/drawing/2014/main" id="{D6B71EC5-02E3-42AD-8708-C4EB7647A5D7}"/>
                </a:ext>
              </a:extLst>
            </p:cNvPr>
            <p:cNvSpPr>
              <a:spLocks noChangeArrowheads="1"/>
            </p:cNvSpPr>
            <p:nvPr/>
          </p:nvSpPr>
          <p:spPr bwMode="auto">
            <a:xfrm>
              <a:off x="3783" y="1562"/>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6" name="Rectangle 38">
              <a:extLst>
                <a:ext uri="{FF2B5EF4-FFF2-40B4-BE49-F238E27FC236}">
                  <a16:creationId xmlns:a16="http://schemas.microsoft.com/office/drawing/2014/main" id="{AA17A21E-F26A-44DC-8155-AA15976C9D6C}"/>
                </a:ext>
              </a:extLst>
            </p:cNvPr>
            <p:cNvSpPr>
              <a:spLocks noChangeArrowheads="1"/>
            </p:cNvSpPr>
            <p:nvPr/>
          </p:nvSpPr>
          <p:spPr bwMode="auto">
            <a:xfrm>
              <a:off x="3783" y="1554"/>
              <a:ext cx="1231" cy="8"/>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7" name="Rectangle 39">
              <a:extLst>
                <a:ext uri="{FF2B5EF4-FFF2-40B4-BE49-F238E27FC236}">
                  <a16:creationId xmlns:a16="http://schemas.microsoft.com/office/drawing/2014/main" id="{7CC83D52-4B49-474E-859B-0DC52B29558A}"/>
                </a:ext>
              </a:extLst>
            </p:cNvPr>
            <p:cNvSpPr>
              <a:spLocks noChangeArrowheads="1"/>
            </p:cNvSpPr>
            <p:nvPr/>
          </p:nvSpPr>
          <p:spPr bwMode="auto">
            <a:xfrm>
              <a:off x="3783" y="1546"/>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8" name="Rectangle 40">
              <a:extLst>
                <a:ext uri="{FF2B5EF4-FFF2-40B4-BE49-F238E27FC236}">
                  <a16:creationId xmlns:a16="http://schemas.microsoft.com/office/drawing/2014/main" id="{8E144117-431F-479D-BBC8-D848B2058EF5}"/>
                </a:ext>
              </a:extLst>
            </p:cNvPr>
            <p:cNvSpPr>
              <a:spLocks noChangeArrowheads="1"/>
            </p:cNvSpPr>
            <p:nvPr/>
          </p:nvSpPr>
          <p:spPr bwMode="auto">
            <a:xfrm>
              <a:off x="3783" y="1538"/>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9" name="Rectangle 41">
              <a:extLst>
                <a:ext uri="{FF2B5EF4-FFF2-40B4-BE49-F238E27FC236}">
                  <a16:creationId xmlns:a16="http://schemas.microsoft.com/office/drawing/2014/main" id="{373D9164-40CD-409F-BE17-A6836BCF8854}"/>
                </a:ext>
              </a:extLst>
            </p:cNvPr>
            <p:cNvSpPr>
              <a:spLocks noChangeArrowheads="1"/>
            </p:cNvSpPr>
            <p:nvPr/>
          </p:nvSpPr>
          <p:spPr bwMode="auto">
            <a:xfrm>
              <a:off x="3783" y="1530"/>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0" name="Rectangle 42">
              <a:extLst>
                <a:ext uri="{FF2B5EF4-FFF2-40B4-BE49-F238E27FC236}">
                  <a16:creationId xmlns:a16="http://schemas.microsoft.com/office/drawing/2014/main" id="{2537AD65-D433-4067-A5C7-DAF85B1C6930}"/>
                </a:ext>
              </a:extLst>
            </p:cNvPr>
            <p:cNvSpPr>
              <a:spLocks noChangeArrowheads="1"/>
            </p:cNvSpPr>
            <p:nvPr/>
          </p:nvSpPr>
          <p:spPr bwMode="auto">
            <a:xfrm>
              <a:off x="3783" y="1522"/>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1" name="Rectangle 43">
              <a:extLst>
                <a:ext uri="{FF2B5EF4-FFF2-40B4-BE49-F238E27FC236}">
                  <a16:creationId xmlns:a16="http://schemas.microsoft.com/office/drawing/2014/main" id="{6D2E9EF2-0B2B-4363-A98E-760427C195CE}"/>
                </a:ext>
              </a:extLst>
            </p:cNvPr>
            <p:cNvSpPr>
              <a:spLocks noChangeArrowheads="1"/>
            </p:cNvSpPr>
            <p:nvPr/>
          </p:nvSpPr>
          <p:spPr bwMode="auto">
            <a:xfrm>
              <a:off x="3783" y="1514"/>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2" name="Rectangle 44">
              <a:extLst>
                <a:ext uri="{FF2B5EF4-FFF2-40B4-BE49-F238E27FC236}">
                  <a16:creationId xmlns:a16="http://schemas.microsoft.com/office/drawing/2014/main" id="{2822E77B-A7FE-4999-849C-0021A10F7DBE}"/>
                </a:ext>
              </a:extLst>
            </p:cNvPr>
            <p:cNvSpPr>
              <a:spLocks noChangeArrowheads="1"/>
            </p:cNvSpPr>
            <p:nvPr/>
          </p:nvSpPr>
          <p:spPr bwMode="auto">
            <a:xfrm>
              <a:off x="3783" y="1506"/>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3" name="Rectangle 45">
              <a:extLst>
                <a:ext uri="{FF2B5EF4-FFF2-40B4-BE49-F238E27FC236}">
                  <a16:creationId xmlns:a16="http://schemas.microsoft.com/office/drawing/2014/main" id="{FD71D9C2-E0F9-45D7-BEB7-4F7FA29938ED}"/>
                </a:ext>
              </a:extLst>
            </p:cNvPr>
            <p:cNvSpPr>
              <a:spLocks noChangeArrowheads="1"/>
            </p:cNvSpPr>
            <p:nvPr/>
          </p:nvSpPr>
          <p:spPr bwMode="auto">
            <a:xfrm>
              <a:off x="3783" y="1506"/>
              <a:ext cx="1231" cy="563"/>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54" name="Rectangle 46">
              <a:extLst>
                <a:ext uri="{FF2B5EF4-FFF2-40B4-BE49-F238E27FC236}">
                  <a16:creationId xmlns:a16="http://schemas.microsoft.com/office/drawing/2014/main" id="{71DAF455-7CB2-4980-8A74-C0BCEF0BEDA3}"/>
                </a:ext>
              </a:extLst>
            </p:cNvPr>
            <p:cNvSpPr>
              <a:spLocks noChangeArrowheads="1"/>
            </p:cNvSpPr>
            <p:nvPr/>
          </p:nvSpPr>
          <p:spPr bwMode="auto">
            <a:xfrm>
              <a:off x="4173" y="1530"/>
              <a:ext cx="436"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5" name="Rectangle 47">
              <a:extLst>
                <a:ext uri="{FF2B5EF4-FFF2-40B4-BE49-F238E27FC236}">
                  <a16:creationId xmlns:a16="http://schemas.microsoft.com/office/drawing/2014/main" id="{DCED6A29-2C32-4D5C-AE0A-F79C693D07CF}"/>
                </a:ext>
              </a:extLst>
            </p:cNvPr>
            <p:cNvSpPr>
              <a:spLocks noChangeArrowheads="1"/>
            </p:cNvSpPr>
            <p:nvPr/>
          </p:nvSpPr>
          <p:spPr bwMode="auto">
            <a:xfrm>
              <a:off x="4236" y="1530"/>
              <a:ext cx="34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1" u="none" strike="noStrike" cap="none" normalizeH="0" baseline="0">
                  <a:ln>
                    <a:noFill/>
                  </a:ln>
                  <a:solidFill>
                    <a:srgbClr val="000000"/>
                  </a:solidFill>
                  <a:effectLst/>
                  <a:latin typeface="Tahoma" panose="020B0604030504040204" pitchFamily="34" charset="0"/>
                </a:rPr>
                <a:t>Animal</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56" name="Freeform 48">
              <a:extLst>
                <a:ext uri="{FF2B5EF4-FFF2-40B4-BE49-F238E27FC236}">
                  <a16:creationId xmlns:a16="http://schemas.microsoft.com/office/drawing/2014/main" id="{2EF54263-035D-4634-A238-32F1D128886D}"/>
                </a:ext>
              </a:extLst>
            </p:cNvPr>
            <p:cNvSpPr>
              <a:spLocks/>
            </p:cNvSpPr>
            <p:nvPr/>
          </p:nvSpPr>
          <p:spPr bwMode="auto">
            <a:xfrm>
              <a:off x="3783" y="1680"/>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pic>
          <p:nvPicPr>
            <p:cNvPr id="57" name="Picture 49">
              <a:extLst>
                <a:ext uri="{FF2B5EF4-FFF2-40B4-BE49-F238E27FC236}">
                  <a16:creationId xmlns:a16="http://schemas.microsoft.com/office/drawing/2014/main" id="{BF57AF35-FF61-46B7-A101-33378011E8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57895"/>
            <a:stretch>
              <a:fillRect/>
            </a:stretch>
          </p:blipFill>
          <p:spPr bwMode="auto">
            <a:xfrm>
              <a:off x="3855" y="1839"/>
              <a:ext cx="127"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Line 51">
              <a:extLst>
                <a:ext uri="{FF2B5EF4-FFF2-40B4-BE49-F238E27FC236}">
                  <a16:creationId xmlns:a16="http://schemas.microsoft.com/office/drawing/2014/main" id="{46D0F949-C402-4BE3-9971-F165144E8592}"/>
                </a:ext>
              </a:extLst>
            </p:cNvPr>
            <p:cNvSpPr>
              <a:spLocks noChangeShapeType="1"/>
            </p:cNvSpPr>
            <p:nvPr/>
          </p:nvSpPr>
          <p:spPr bwMode="auto">
            <a:xfrm>
              <a:off x="3783" y="1799"/>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59" name="Rectangle 52">
              <a:extLst>
                <a:ext uri="{FF2B5EF4-FFF2-40B4-BE49-F238E27FC236}">
                  <a16:creationId xmlns:a16="http://schemas.microsoft.com/office/drawing/2014/main" id="{4660C40C-1DDB-4827-8F5A-4386944C7D0B}"/>
                </a:ext>
              </a:extLst>
            </p:cNvPr>
            <p:cNvSpPr>
              <a:spLocks noChangeArrowheads="1"/>
            </p:cNvSpPr>
            <p:nvPr/>
          </p:nvSpPr>
          <p:spPr bwMode="auto">
            <a:xfrm>
              <a:off x="3783" y="2417"/>
              <a:ext cx="1231" cy="451"/>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60" name="Rectangle 53">
              <a:extLst>
                <a:ext uri="{FF2B5EF4-FFF2-40B4-BE49-F238E27FC236}">
                  <a16:creationId xmlns:a16="http://schemas.microsoft.com/office/drawing/2014/main" id="{EBC24890-6670-4A94-B4C2-5B134FBDACEC}"/>
                </a:ext>
              </a:extLst>
            </p:cNvPr>
            <p:cNvSpPr>
              <a:spLocks noChangeArrowheads="1"/>
            </p:cNvSpPr>
            <p:nvPr/>
          </p:nvSpPr>
          <p:spPr bwMode="auto">
            <a:xfrm>
              <a:off x="3783" y="2861"/>
              <a:ext cx="1231" cy="7"/>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1" name="Rectangle 54">
              <a:extLst>
                <a:ext uri="{FF2B5EF4-FFF2-40B4-BE49-F238E27FC236}">
                  <a16:creationId xmlns:a16="http://schemas.microsoft.com/office/drawing/2014/main" id="{7775AE7A-C96E-4976-B7E5-81D396DA08FB}"/>
                </a:ext>
              </a:extLst>
            </p:cNvPr>
            <p:cNvSpPr>
              <a:spLocks noChangeArrowheads="1"/>
            </p:cNvSpPr>
            <p:nvPr/>
          </p:nvSpPr>
          <p:spPr bwMode="auto">
            <a:xfrm>
              <a:off x="3783" y="2853"/>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2" name="Rectangle 55">
              <a:extLst>
                <a:ext uri="{FF2B5EF4-FFF2-40B4-BE49-F238E27FC236}">
                  <a16:creationId xmlns:a16="http://schemas.microsoft.com/office/drawing/2014/main" id="{6862AA7F-76F6-4B11-96EB-6B8932BFBD25}"/>
                </a:ext>
              </a:extLst>
            </p:cNvPr>
            <p:cNvSpPr>
              <a:spLocks noChangeArrowheads="1"/>
            </p:cNvSpPr>
            <p:nvPr/>
          </p:nvSpPr>
          <p:spPr bwMode="auto">
            <a:xfrm>
              <a:off x="3783" y="2845"/>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3" name="Rectangle 56">
              <a:extLst>
                <a:ext uri="{FF2B5EF4-FFF2-40B4-BE49-F238E27FC236}">
                  <a16:creationId xmlns:a16="http://schemas.microsoft.com/office/drawing/2014/main" id="{B7A17000-2842-40AE-8837-06643EFEB908}"/>
                </a:ext>
              </a:extLst>
            </p:cNvPr>
            <p:cNvSpPr>
              <a:spLocks noChangeArrowheads="1"/>
            </p:cNvSpPr>
            <p:nvPr/>
          </p:nvSpPr>
          <p:spPr bwMode="auto">
            <a:xfrm>
              <a:off x="3783" y="2837"/>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4" name="Rectangle 57">
              <a:extLst>
                <a:ext uri="{FF2B5EF4-FFF2-40B4-BE49-F238E27FC236}">
                  <a16:creationId xmlns:a16="http://schemas.microsoft.com/office/drawing/2014/main" id="{BCCE0299-2F26-48D7-831D-D7D475672FB8}"/>
                </a:ext>
              </a:extLst>
            </p:cNvPr>
            <p:cNvSpPr>
              <a:spLocks noChangeArrowheads="1"/>
            </p:cNvSpPr>
            <p:nvPr/>
          </p:nvSpPr>
          <p:spPr bwMode="auto">
            <a:xfrm>
              <a:off x="3783" y="2829"/>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5" name="Rectangle 58">
              <a:extLst>
                <a:ext uri="{FF2B5EF4-FFF2-40B4-BE49-F238E27FC236}">
                  <a16:creationId xmlns:a16="http://schemas.microsoft.com/office/drawing/2014/main" id="{F5071708-E496-42B9-ACC2-5B5A6B78C744}"/>
                </a:ext>
              </a:extLst>
            </p:cNvPr>
            <p:cNvSpPr>
              <a:spLocks noChangeArrowheads="1"/>
            </p:cNvSpPr>
            <p:nvPr/>
          </p:nvSpPr>
          <p:spPr bwMode="auto">
            <a:xfrm>
              <a:off x="3783" y="2821"/>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6" name="Rectangle 59">
              <a:extLst>
                <a:ext uri="{FF2B5EF4-FFF2-40B4-BE49-F238E27FC236}">
                  <a16:creationId xmlns:a16="http://schemas.microsoft.com/office/drawing/2014/main" id="{F15DE084-281B-4F0D-9A66-36F139EB7ADE}"/>
                </a:ext>
              </a:extLst>
            </p:cNvPr>
            <p:cNvSpPr>
              <a:spLocks noChangeArrowheads="1"/>
            </p:cNvSpPr>
            <p:nvPr/>
          </p:nvSpPr>
          <p:spPr bwMode="auto">
            <a:xfrm>
              <a:off x="3783" y="2813"/>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7" name="Rectangle 60">
              <a:extLst>
                <a:ext uri="{FF2B5EF4-FFF2-40B4-BE49-F238E27FC236}">
                  <a16:creationId xmlns:a16="http://schemas.microsoft.com/office/drawing/2014/main" id="{BD0B65FA-27FD-4EA1-B46E-8AF78471DC73}"/>
                </a:ext>
              </a:extLst>
            </p:cNvPr>
            <p:cNvSpPr>
              <a:spLocks noChangeArrowheads="1"/>
            </p:cNvSpPr>
            <p:nvPr/>
          </p:nvSpPr>
          <p:spPr bwMode="auto">
            <a:xfrm>
              <a:off x="3783" y="2805"/>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8" name="Rectangle 61">
              <a:extLst>
                <a:ext uri="{FF2B5EF4-FFF2-40B4-BE49-F238E27FC236}">
                  <a16:creationId xmlns:a16="http://schemas.microsoft.com/office/drawing/2014/main" id="{AF158E01-BD09-40B0-BD24-A60FE462DE68}"/>
                </a:ext>
              </a:extLst>
            </p:cNvPr>
            <p:cNvSpPr>
              <a:spLocks noChangeArrowheads="1"/>
            </p:cNvSpPr>
            <p:nvPr/>
          </p:nvSpPr>
          <p:spPr bwMode="auto">
            <a:xfrm>
              <a:off x="3783" y="2797"/>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9" name="Rectangle 62">
              <a:extLst>
                <a:ext uri="{FF2B5EF4-FFF2-40B4-BE49-F238E27FC236}">
                  <a16:creationId xmlns:a16="http://schemas.microsoft.com/office/drawing/2014/main" id="{BAAE48D1-D5DC-4205-9AC8-45E3A21B97CF}"/>
                </a:ext>
              </a:extLst>
            </p:cNvPr>
            <p:cNvSpPr>
              <a:spLocks noChangeArrowheads="1"/>
            </p:cNvSpPr>
            <p:nvPr/>
          </p:nvSpPr>
          <p:spPr bwMode="auto">
            <a:xfrm>
              <a:off x="3783" y="2789"/>
              <a:ext cx="1231" cy="8"/>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0" name="Rectangle 63">
              <a:extLst>
                <a:ext uri="{FF2B5EF4-FFF2-40B4-BE49-F238E27FC236}">
                  <a16:creationId xmlns:a16="http://schemas.microsoft.com/office/drawing/2014/main" id="{47837ACF-BCC1-4226-8B28-CB0B130302A6}"/>
                </a:ext>
              </a:extLst>
            </p:cNvPr>
            <p:cNvSpPr>
              <a:spLocks noChangeArrowheads="1"/>
            </p:cNvSpPr>
            <p:nvPr/>
          </p:nvSpPr>
          <p:spPr bwMode="auto">
            <a:xfrm>
              <a:off x="3783" y="2781"/>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1" name="Rectangle 64">
              <a:extLst>
                <a:ext uri="{FF2B5EF4-FFF2-40B4-BE49-F238E27FC236}">
                  <a16:creationId xmlns:a16="http://schemas.microsoft.com/office/drawing/2014/main" id="{7B6C5C58-AA55-4DB3-9052-E73103F6F52A}"/>
                </a:ext>
              </a:extLst>
            </p:cNvPr>
            <p:cNvSpPr>
              <a:spLocks noChangeArrowheads="1"/>
            </p:cNvSpPr>
            <p:nvPr/>
          </p:nvSpPr>
          <p:spPr bwMode="auto">
            <a:xfrm>
              <a:off x="3783" y="2773"/>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2" name="Rectangle 65">
              <a:extLst>
                <a:ext uri="{FF2B5EF4-FFF2-40B4-BE49-F238E27FC236}">
                  <a16:creationId xmlns:a16="http://schemas.microsoft.com/office/drawing/2014/main" id="{0A1742E5-B067-4EDB-9EC3-1F749188D6F9}"/>
                </a:ext>
              </a:extLst>
            </p:cNvPr>
            <p:cNvSpPr>
              <a:spLocks noChangeArrowheads="1"/>
            </p:cNvSpPr>
            <p:nvPr/>
          </p:nvSpPr>
          <p:spPr bwMode="auto">
            <a:xfrm>
              <a:off x="3783" y="2765"/>
              <a:ext cx="1231" cy="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3" name="Rectangle 66">
              <a:extLst>
                <a:ext uri="{FF2B5EF4-FFF2-40B4-BE49-F238E27FC236}">
                  <a16:creationId xmlns:a16="http://schemas.microsoft.com/office/drawing/2014/main" id="{98C5E2FB-8071-4A4C-9776-225086549A31}"/>
                </a:ext>
              </a:extLst>
            </p:cNvPr>
            <p:cNvSpPr>
              <a:spLocks noChangeArrowheads="1"/>
            </p:cNvSpPr>
            <p:nvPr/>
          </p:nvSpPr>
          <p:spPr bwMode="auto">
            <a:xfrm>
              <a:off x="3783" y="2758"/>
              <a:ext cx="1231" cy="7"/>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4" name="Rectangle 67">
              <a:extLst>
                <a:ext uri="{FF2B5EF4-FFF2-40B4-BE49-F238E27FC236}">
                  <a16:creationId xmlns:a16="http://schemas.microsoft.com/office/drawing/2014/main" id="{8930B2B7-E3AD-4951-8780-8660EA14B33A}"/>
                </a:ext>
              </a:extLst>
            </p:cNvPr>
            <p:cNvSpPr>
              <a:spLocks noChangeArrowheads="1"/>
            </p:cNvSpPr>
            <p:nvPr/>
          </p:nvSpPr>
          <p:spPr bwMode="auto">
            <a:xfrm>
              <a:off x="3783" y="2750"/>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5" name="Rectangle 68">
              <a:extLst>
                <a:ext uri="{FF2B5EF4-FFF2-40B4-BE49-F238E27FC236}">
                  <a16:creationId xmlns:a16="http://schemas.microsoft.com/office/drawing/2014/main" id="{8185190E-4E46-4C4F-9211-08422E5041C4}"/>
                </a:ext>
              </a:extLst>
            </p:cNvPr>
            <p:cNvSpPr>
              <a:spLocks noChangeArrowheads="1"/>
            </p:cNvSpPr>
            <p:nvPr/>
          </p:nvSpPr>
          <p:spPr bwMode="auto">
            <a:xfrm>
              <a:off x="3783" y="2417"/>
              <a:ext cx="1231" cy="451"/>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76" name="Rectangle 69">
              <a:extLst>
                <a:ext uri="{FF2B5EF4-FFF2-40B4-BE49-F238E27FC236}">
                  <a16:creationId xmlns:a16="http://schemas.microsoft.com/office/drawing/2014/main" id="{201D71EA-D187-47D9-AD64-5CC1ECBEDE04}"/>
                </a:ext>
              </a:extLst>
            </p:cNvPr>
            <p:cNvSpPr>
              <a:spLocks noChangeArrowheads="1"/>
            </p:cNvSpPr>
            <p:nvPr/>
          </p:nvSpPr>
          <p:spPr bwMode="auto">
            <a:xfrm>
              <a:off x="3783" y="2583"/>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7" name="Rectangle 70">
              <a:extLst>
                <a:ext uri="{FF2B5EF4-FFF2-40B4-BE49-F238E27FC236}">
                  <a16:creationId xmlns:a16="http://schemas.microsoft.com/office/drawing/2014/main" id="{125D37F1-511C-41B4-B5EF-D13DBA74799D}"/>
                </a:ext>
              </a:extLst>
            </p:cNvPr>
            <p:cNvSpPr>
              <a:spLocks noChangeArrowheads="1"/>
            </p:cNvSpPr>
            <p:nvPr/>
          </p:nvSpPr>
          <p:spPr bwMode="auto">
            <a:xfrm>
              <a:off x="3783" y="2575"/>
              <a:ext cx="1231" cy="8"/>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8" name="Rectangle 71">
              <a:extLst>
                <a:ext uri="{FF2B5EF4-FFF2-40B4-BE49-F238E27FC236}">
                  <a16:creationId xmlns:a16="http://schemas.microsoft.com/office/drawing/2014/main" id="{E745E212-D251-4487-80E9-375367AB12D3}"/>
                </a:ext>
              </a:extLst>
            </p:cNvPr>
            <p:cNvSpPr>
              <a:spLocks noChangeArrowheads="1"/>
            </p:cNvSpPr>
            <p:nvPr/>
          </p:nvSpPr>
          <p:spPr bwMode="auto">
            <a:xfrm>
              <a:off x="3783" y="2567"/>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9" name="Rectangle 72">
              <a:extLst>
                <a:ext uri="{FF2B5EF4-FFF2-40B4-BE49-F238E27FC236}">
                  <a16:creationId xmlns:a16="http://schemas.microsoft.com/office/drawing/2014/main" id="{DF9B30D5-EC61-469D-BD9A-1EC84E0BEF0C}"/>
                </a:ext>
              </a:extLst>
            </p:cNvPr>
            <p:cNvSpPr>
              <a:spLocks noChangeArrowheads="1"/>
            </p:cNvSpPr>
            <p:nvPr/>
          </p:nvSpPr>
          <p:spPr bwMode="auto">
            <a:xfrm>
              <a:off x="3783" y="2560"/>
              <a:ext cx="1231" cy="7"/>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0" name="Rectangle 73">
              <a:extLst>
                <a:ext uri="{FF2B5EF4-FFF2-40B4-BE49-F238E27FC236}">
                  <a16:creationId xmlns:a16="http://schemas.microsoft.com/office/drawing/2014/main" id="{28E76692-D612-4EDC-9693-1D384EF98549}"/>
                </a:ext>
              </a:extLst>
            </p:cNvPr>
            <p:cNvSpPr>
              <a:spLocks noChangeArrowheads="1"/>
            </p:cNvSpPr>
            <p:nvPr/>
          </p:nvSpPr>
          <p:spPr bwMode="auto">
            <a:xfrm>
              <a:off x="3783" y="2552"/>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1" name="Rectangle 74">
              <a:extLst>
                <a:ext uri="{FF2B5EF4-FFF2-40B4-BE49-F238E27FC236}">
                  <a16:creationId xmlns:a16="http://schemas.microsoft.com/office/drawing/2014/main" id="{B5741FE9-0A37-4368-840C-0451EF71BDC0}"/>
                </a:ext>
              </a:extLst>
            </p:cNvPr>
            <p:cNvSpPr>
              <a:spLocks noChangeArrowheads="1"/>
            </p:cNvSpPr>
            <p:nvPr/>
          </p:nvSpPr>
          <p:spPr bwMode="auto">
            <a:xfrm>
              <a:off x="3783" y="2544"/>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2" name="Rectangle 75">
              <a:extLst>
                <a:ext uri="{FF2B5EF4-FFF2-40B4-BE49-F238E27FC236}">
                  <a16:creationId xmlns:a16="http://schemas.microsoft.com/office/drawing/2014/main" id="{C722B2C4-6B4C-4DB2-9486-3F3BD5B67505}"/>
                </a:ext>
              </a:extLst>
            </p:cNvPr>
            <p:cNvSpPr>
              <a:spLocks noChangeArrowheads="1"/>
            </p:cNvSpPr>
            <p:nvPr/>
          </p:nvSpPr>
          <p:spPr bwMode="auto">
            <a:xfrm>
              <a:off x="3783" y="2536"/>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3" name="Rectangle 76">
              <a:extLst>
                <a:ext uri="{FF2B5EF4-FFF2-40B4-BE49-F238E27FC236}">
                  <a16:creationId xmlns:a16="http://schemas.microsoft.com/office/drawing/2014/main" id="{D4F5EFC4-3727-4504-8D86-70C84D52409B}"/>
                </a:ext>
              </a:extLst>
            </p:cNvPr>
            <p:cNvSpPr>
              <a:spLocks noChangeArrowheads="1"/>
            </p:cNvSpPr>
            <p:nvPr/>
          </p:nvSpPr>
          <p:spPr bwMode="auto">
            <a:xfrm>
              <a:off x="3783" y="2528"/>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4" name="Rectangle 77">
              <a:extLst>
                <a:ext uri="{FF2B5EF4-FFF2-40B4-BE49-F238E27FC236}">
                  <a16:creationId xmlns:a16="http://schemas.microsoft.com/office/drawing/2014/main" id="{88ED5819-3B09-46C3-85C9-033ED4F2C2B1}"/>
                </a:ext>
              </a:extLst>
            </p:cNvPr>
            <p:cNvSpPr>
              <a:spLocks noChangeArrowheads="1"/>
            </p:cNvSpPr>
            <p:nvPr/>
          </p:nvSpPr>
          <p:spPr bwMode="auto">
            <a:xfrm>
              <a:off x="3783" y="2520"/>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5" name="Rectangle 78">
              <a:extLst>
                <a:ext uri="{FF2B5EF4-FFF2-40B4-BE49-F238E27FC236}">
                  <a16:creationId xmlns:a16="http://schemas.microsoft.com/office/drawing/2014/main" id="{2B5F3DB9-B222-4BBC-9A6E-46BF6DC607D1}"/>
                </a:ext>
              </a:extLst>
            </p:cNvPr>
            <p:cNvSpPr>
              <a:spLocks noChangeArrowheads="1"/>
            </p:cNvSpPr>
            <p:nvPr/>
          </p:nvSpPr>
          <p:spPr bwMode="auto">
            <a:xfrm>
              <a:off x="3783" y="2512"/>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6" name="Rectangle 79">
              <a:extLst>
                <a:ext uri="{FF2B5EF4-FFF2-40B4-BE49-F238E27FC236}">
                  <a16:creationId xmlns:a16="http://schemas.microsoft.com/office/drawing/2014/main" id="{CC1D6652-BBCD-47C2-AAF3-3C469E175989}"/>
                </a:ext>
              </a:extLst>
            </p:cNvPr>
            <p:cNvSpPr>
              <a:spLocks noChangeArrowheads="1"/>
            </p:cNvSpPr>
            <p:nvPr/>
          </p:nvSpPr>
          <p:spPr bwMode="auto">
            <a:xfrm>
              <a:off x="3783" y="2504"/>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7" name="Rectangle 80">
              <a:extLst>
                <a:ext uri="{FF2B5EF4-FFF2-40B4-BE49-F238E27FC236}">
                  <a16:creationId xmlns:a16="http://schemas.microsoft.com/office/drawing/2014/main" id="{60CAFB61-9723-4919-A179-AF39A5CF6539}"/>
                </a:ext>
              </a:extLst>
            </p:cNvPr>
            <p:cNvSpPr>
              <a:spLocks noChangeArrowheads="1"/>
            </p:cNvSpPr>
            <p:nvPr/>
          </p:nvSpPr>
          <p:spPr bwMode="auto">
            <a:xfrm>
              <a:off x="3783" y="2496"/>
              <a:ext cx="1231" cy="8"/>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8" name="Rectangle 81">
              <a:extLst>
                <a:ext uri="{FF2B5EF4-FFF2-40B4-BE49-F238E27FC236}">
                  <a16:creationId xmlns:a16="http://schemas.microsoft.com/office/drawing/2014/main" id="{D67032F5-7168-47D9-9E32-3DA8BB9C5EB1}"/>
                </a:ext>
              </a:extLst>
            </p:cNvPr>
            <p:cNvSpPr>
              <a:spLocks noChangeArrowheads="1"/>
            </p:cNvSpPr>
            <p:nvPr/>
          </p:nvSpPr>
          <p:spPr bwMode="auto">
            <a:xfrm>
              <a:off x="3783" y="2488"/>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9" name="Rectangle 82">
              <a:extLst>
                <a:ext uri="{FF2B5EF4-FFF2-40B4-BE49-F238E27FC236}">
                  <a16:creationId xmlns:a16="http://schemas.microsoft.com/office/drawing/2014/main" id="{F28A98C6-F215-47C7-AD9E-F702BF0BE8BF}"/>
                </a:ext>
              </a:extLst>
            </p:cNvPr>
            <p:cNvSpPr>
              <a:spLocks noChangeArrowheads="1"/>
            </p:cNvSpPr>
            <p:nvPr/>
          </p:nvSpPr>
          <p:spPr bwMode="auto">
            <a:xfrm>
              <a:off x="3783" y="2480"/>
              <a:ext cx="1231" cy="8"/>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0" name="Rectangle 83">
              <a:extLst>
                <a:ext uri="{FF2B5EF4-FFF2-40B4-BE49-F238E27FC236}">
                  <a16:creationId xmlns:a16="http://schemas.microsoft.com/office/drawing/2014/main" id="{6319E526-DD54-4DA6-8A7A-1DE49C298011}"/>
                </a:ext>
              </a:extLst>
            </p:cNvPr>
            <p:cNvSpPr>
              <a:spLocks noChangeArrowheads="1"/>
            </p:cNvSpPr>
            <p:nvPr/>
          </p:nvSpPr>
          <p:spPr bwMode="auto">
            <a:xfrm>
              <a:off x="3783" y="2472"/>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1" name="Rectangle 84">
              <a:extLst>
                <a:ext uri="{FF2B5EF4-FFF2-40B4-BE49-F238E27FC236}">
                  <a16:creationId xmlns:a16="http://schemas.microsoft.com/office/drawing/2014/main" id="{7FA59852-0C4D-4CAC-944C-593D763332F1}"/>
                </a:ext>
              </a:extLst>
            </p:cNvPr>
            <p:cNvSpPr>
              <a:spLocks noChangeArrowheads="1"/>
            </p:cNvSpPr>
            <p:nvPr/>
          </p:nvSpPr>
          <p:spPr bwMode="auto">
            <a:xfrm>
              <a:off x="3783" y="2465"/>
              <a:ext cx="1231" cy="7"/>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2" name="Rectangle 85">
              <a:extLst>
                <a:ext uri="{FF2B5EF4-FFF2-40B4-BE49-F238E27FC236}">
                  <a16:creationId xmlns:a16="http://schemas.microsoft.com/office/drawing/2014/main" id="{2159CDDF-A106-4D97-8789-5167E4397CFE}"/>
                </a:ext>
              </a:extLst>
            </p:cNvPr>
            <p:cNvSpPr>
              <a:spLocks noChangeArrowheads="1"/>
            </p:cNvSpPr>
            <p:nvPr/>
          </p:nvSpPr>
          <p:spPr bwMode="auto">
            <a:xfrm>
              <a:off x="3783" y="2457"/>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3" name="Rectangle 86">
              <a:extLst>
                <a:ext uri="{FF2B5EF4-FFF2-40B4-BE49-F238E27FC236}">
                  <a16:creationId xmlns:a16="http://schemas.microsoft.com/office/drawing/2014/main" id="{ACB41422-98C7-41DE-A748-0447795284E3}"/>
                </a:ext>
              </a:extLst>
            </p:cNvPr>
            <p:cNvSpPr>
              <a:spLocks noChangeArrowheads="1"/>
            </p:cNvSpPr>
            <p:nvPr/>
          </p:nvSpPr>
          <p:spPr bwMode="auto">
            <a:xfrm>
              <a:off x="3783" y="2449"/>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4" name="Rectangle 87">
              <a:extLst>
                <a:ext uri="{FF2B5EF4-FFF2-40B4-BE49-F238E27FC236}">
                  <a16:creationId xmlns:a16="http://schemas.microsoft.com/office/drawing/2014/main" id="{E0F438EB-A1E1-4491-9D8E-10EF73E0627D}"/>
                </a:ext>
              </a:extLst>
            </p:cNvPr>
            <p:cNvSpPr>
              <a:spLocks noChangeArrowheads="1"/>
            </p:cNvSpPr>
            <p:nvPr/>
          </p:nvSpPr>
          <p:spPr bwMode="auto">
            <a:xfrm>
              <a:off x="3783" y="2441"/>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5" name="Rectangle 88">
              <a:extLst>
                <a:ext uri="{FF2B5EF4-FFF2-40B4-BE49-F238E27FC236}">
                  <a16:creationId xmlns:a16="http://schemas.microsoft.com/office/drawing/2014/main" id="{163DD153-508C-42A9-90F0-ACDF42D7A30C}"/>
                </a:ext>
              </a:extLst>
            </p:cNvPr>
            <p:cNvSpPr>
              <a:spLocks noChangeArrowheads="1"/>
            </p:cNvSpPr>
            <p:nvPr/>
          </p:nvSpPr>
          <p:spPr bwMode="auto">
            <a:xfrm>
              <a:off x="3783" y="2433"/>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6" name="Rectangle 89">
              <a:extLst>
                <a:ext uri="{FF2B5EF4-FFF2-40B4-BE49-F238E27FC236}">
                  <a16:creationId xmlns:a16="http://schemas.microsoft.com/office/drawing/2014/main" id="{29ED727A-E381-4C52-9753-938F683FE3E4}"/>
                </a:ext>
              </a:extLst>
            </p:cNvPr>
            <p:cNvSpPr>
              <a:spLocks noChangeArrowheads="1"/>
            </p:cNvSpPr>
            <p:nvPr/>
          </p:nvSpPr>
          <p:spPr bwMode="auto">
            <a:xfrm>
              <a:off x="3783" y="2425"/>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7" name="Rectangle 90">
              <a:extLst>
                <a:ext uri="{FF2B5EF4-FFF2-40B4-BE49-F238E27FC236}">
                  <a16:creationId xmlns:a16="http://schemas.microsoft.com/office/drawing/2014/main" id="{CF94CA4E-A5F9-436D-A471-A7BC2CFAABF1}"/>
                </a:ext>
              </a:extLst>
            </p:cNvPr>
            <p:cNvSpPr>
              <a:spLocks noChangeArrowheads="1"/>
            </p:cNvSpPr>
            <p:nvPr/>
          </p:nvSpPr>
          <p:spPr bwMode="auto">
            <a:xfrm>
              <a:off x="3783" y="2417"/>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8" name="Rectangle 91">
              <a:extLst>
                <a:ext uri="{FF2B5EF4-FFF2-40B4-BE49-F238E27FC236}">
                  <a16:creationId xmlns:a16="http://schemas.microsoft.com/office/drawing/2014/main" id="{887865B1-8A5A-4597-9675-064605E44F17}"/>
                </a:ext>
              </a:extLst>
            </p:cNvPr>
            <p:cNvSpPr>
              <a:spLocks noChangeArrowheads="1"/>
            </p:cNvSpPr>
            <p:nvPr/>
          </p:nvSpPr>
          <p:spPr bwMode="auto">
            <a:xfrm>
              <a:off x="3783" y="2417"/>
              <a:ext cx="1231" cy="451"/>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99" name="Rectangle 92">
              <a:extLst>
                <a:ext uri="{FF2B5EF4-FFF2-40B4-BE49-F238E27FC236}">
                  <a16:creationId xmlns:a16="http://schemas.microsoft.com/office/drawing/2014/main" id="{AA4E63F1-1615-423A-8C86-C778329DC5B1}"/>
                </a:ext>
              </a:extLst>
            </p:cNvPr>
            <p:cNvSpPr>
              <a:spLocks noChangeArrowheads="1"/>
            </p:cNvSpPr>
            <p:nvPr/>
          </p:nvSpPr>
          <p:spPr bwMode="auto">
            <a:xfrm>
              <a:off x="4133" y="2441"/>
              <a:ext cx="508"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0" name="Rectangle 93">
              <a:extLst>
                <a:ext uri="{FF2B5EF4-FFF2-40B4-BE49-F238E27FC236}">
                  <a16:creationId xmlns:a16="http://schemas.microsoft.com/office/drawing/2014/main" id="{2BB042E2-F23C-4E72-98E8-81FC6D344CD6}"/>
                </a:ext>
              </a:extLst>
            </p:cNvPr>
            <p:cNvSpPr>
              <a:spLocks noChangeArrowheads="1"/>
            </p:cNvSpPr>
            <p:nvPr/>
          </p:nvSpPr>
          <p:spPr bwMode="auto">
            <a:xfrm>
              <a:off x="4188" y="2441"/>
              <a:ext cx="42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0" u="none" strike="noStrike" cap="none" normalizeH="0" baseline="0" dirty="0">
                  <a:ln>
                    <a:noFill/>
                  </a:ln>
                  <a:solidFill>
                    <a:srgbClr val="000000"/>
                  </a:solidFill>
                  <a:effectLst/>
                  <a:latin typeface="Tahoma" panose="020B0604030504040204" pitchFamily="34" charset="0"/>
                </a:rPr>
                <a:t>Mammal</a:t>
              </a: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101" name="Freeform 94">
              <a:extLst>
                <a:ext uri="{FF2B5EF4-FFF2-40B4-BE49-F238E27FC236}">
                  <a16:creationId xmlns:a16="http://schemas.microsoft.com/office/drawing/2014/main" id="{7F8B4233-EEE8-4109-BBF5-C3F597A62444}"/>
                </a:ext>
              </a:extLst>
            </p:cNvPr>
            <p:cNvSpPr>
              <a:spLocks/>
            </p:cNvSpPr>
            <p:nvPr/>
          </p:nvSpPr>
          <p:spPr bwMode="auto">
            <a:xfrm>
              <a:off x="3783" y="2591"/>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2" name="Line 95">
              <a:extLst>
                <a:ext uri="{FF2B5EF4-FFF2-40B4-BE49-F238E27FC236}">
                  <a16:creationId xmlns:a16="http://schemas.microsoft.com/office/drawing/2014/main" id="{C96ACBBE-0803-471A-98CD-053F870612EC}"/>
                </a:ext>
              </a:extLst>
            </p:cNvPr>
            <p:cNvSpPr>
              <a:spLocks noChangeShapeType="1"/>
            </p:cNvSpPr>
            <p:nvPr/>
          </p:nvSpPr>
          <p:spPr bwMode="auto">
            <a:xfrm>
              <a:off x="3783" y="2647"/>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3" name="Line 96">
              <a:extLst>
                <a:ext uri="{FF2B5EF4-FFF2-40B4-BE49-F238E27FC236}">
                  <a16:creationId xmlns:a16="http://schemas.microsoft.com/office/drawing/2014/main" id="{17B3F093-CAE0-4C81-9A1A-B48011AF0A88}"/>
                </a:ext>
              </a:extLst>
            </p:cNvPr>
            <p:cNvSpPr>
              <a:spLocks noChangeShapeType="1"/>
            </p:cNvSpPr>
            <p:nvPr/>
          </p:nvSpPr>
          <p:spPr bwMode="auto">
            <a:xfrm flipV="1">
              <a:off x="4427" y="2069"/>
              <a:ext cx="0" cy="340"/>
            </a:xfrm>
            <a:prstGeom prst="line">
              <a:avLst/>
            </a:prstGeom>
            <a:noFill/>
            <a:ln w="11113">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4" name="Freeform 97">
              <a:extLst>
                <a:ext uri="{FF2B5EF4-FFF2-40B4-BE49-F238E27FC236}">
                  <a16:creationId xmlns:a16="http://schemas.microsoft.com/office/drawing/2014/main" id="{195389F3-F6FF-4D04-9509-75682E8CC674}"/>
                </a:ext>
              </a:extLst>
            </p:cNvPr>
            <p:cNvSpPr>
              <a:spLocks/>
            </p:cNvSpPr>
            <p:nvPr/>
          </p:nvSpPr>
          <p:spPr bwMode="auto">
            <a:xfrm>
              <a:off x="4363" y="2069"/>
              <a:ext cx="127" cy="95"/>
            </a:xfrm>
            <a:custGeom>
              <a:avLst/>
              <a:gdLst>
                <a:gd name="T0" fmla="*/ 0 w 127"/>
                <a:gd name="T1" fmla="*/ 95 h 95"/>
                <a:gd name="T2" fmla="*/ 64 w 127"/>
                <a:gd name="T3" fmla="*/ 0 h 95"/>
                <a:gd name="T4" fmla="*/ 127 w 127"/>
                <a:gd name="T5" fmla="*/ 95 h 95"/>
                <a:gd name="T6" fmla="*/ 0 w 127"/>
                <a:gd name="T7" fmla="*/ 95 h 95"/>
              </a:gdLst>
              <a:ahLst/>
              <a:cxnLst>
                <a:cxn ang="0">
                  <a:pos x="T0" y="T1"/>
                </a:cxn>
                <a:cxn ang="0">
                  <a:pos x="T2" y="T3"/>
                </a:cxn>
                <a:cxn ang="0">
                  <a:pos x="T4" y="T5"/>
                </a:cxn>
                <a:cxn ang="0">
                  <a:pos x="T6" y="T7"/>
                </a:cxn>
              </a:cxnLst>
              <a:rect l="0" t="0" r="r" b="b"/>
              <a:pathLst>
                <a:path w="127" h="95">
                  <a:moveTo>
                    <a:pt x="0" y="95"/>
                  </a:moveTo>
                  <a:lnTo>
                    <a:pt x="64" y="0"/>
                  </a:lnTo>
                  <a:lnTo>
                    <a:pt x="127" y="95"/>
                  </a:lnTo>
                  <a:lnTo>
                    <a:pt x="0" y="95"/>
                  </a:lnTo>
                  <a:close/>
                </a:path>
              </a:pathLst>
            </a:custGeom>
            <a:solidFill>
              <a:srgbClr val="000000"/>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05" name="Freeform 98">
              <a:extLst>
                <a:ext uri="{FF2B5EF4-FFF2-40B4-BE49-F238E27FC236}">
                  <a16:creationId xmlns:a16="http://schemas.microsoft.com/office/drawing/2014/main" id="{195A464D-AA4F-42E7-85A6-EEB6228156FF}"/>
                </a:ext>
              </a:extLst>
            </p:cNvPr>
            <p:cNvSpPr>
              <a:spLocks/>
            </p:cNvSpPr>
            <p:nvPr/>
          </p:nvSpPr>
          <p:spPr bwMode="auto">
            <a:xfrm>
              <a:off x="4363" y="2069"/>
              <a:ext cx="127" cy="95"/>
            </a:xfrm>
            <a:custGeom>
              <a:avLst/>
              <a:gdLst>
                <a:gd name="T0" fmla="*/ 0 w 127"/>
                <a:gd name="T1" fmla="*/ 95 h 95"/>
                <a:gd name="T2" fmla="*/ 64 w 127"/>
                <a:gd name="T3" fmla="*/ 0 h 95"/>
                <a:gd name="T4" fmla="*/ 127 w 127"/>
                <a:gd name="T5" fmla="*/ 95 h 95"/>
                <a:gd name="T6" fmla="*/ 0 w 127"/>
                <a:gd name="T7" fmla="*/ 95 h 95"/>
              </a:gdLst>
              <a:ahLst/>
              <a:cxnLst>
                <a:cxn ang="0">
                  <a:pos x="T0" y="T1"/>
                </a:cxn>
                <a:cxn ang="0">
                  <a:pos x="T2" y="T3"/>
                </a:cxn>
                <a:cxn ang="0">
                  <a:pos x="T4" y="T5"/>
                </a:cxn>
                <a:cxn ang="0">
                  <a:pos x="T6" y="T7"/>
                </a:cxn>
              </a:cxnLst>
              <a:rect l="0" t="0" r="r" b="b"/>
              <a:pathLst>
                <a:path w="127" h="95">
                  <a:moveTo>
                    <a:pt x="0" y="95"/>
                  </a:moveTo>
                  <a:lnTo>
                    <a:pt x="64" y="0"/>
                  </a:lnTo>
                  <a:lnTo>
                    <a:pt x="127" y="95"/>
                  </a:lnTo>
                  <a:lnTo>
                    <a:pt x="0" y="95"/>
                  </a:lnTo>
                  <a:close/>
                </a:path>
              </a:pathLst>
            </a:custGeom>
            <a:solidFill>
              <a:srgbClr val="FFFFFF"/>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06" name="Rectangle 99">
              <a:extLst>
                <a:ext uri="{FF2B5EF4-FFF2-40B4-BE49-F238E27FC236}">
                  <a16:creationId xmlns:a16="http://schemas.microsoft.com/office/drawing/2014/main" id="{01077D62-1667-4BF0-A8FD-89CA3D738FB9}"/>
                </a:ext>
              </a:extLst>
            </p:cNvPr>
            <p:cNvSpPr>
              <a:spLocks noChangeArrowheads="1"/>
            </p:cNvSpPr>
            <p:nvPr/>
          </p:nvSpPr>
          <p:spPr bwMode="auto">
            <a:xfrm>
              <a:off x="3783" y="3375"/>
              <a:ext cx="1231" cy="460"/>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107" name="Rectangle 100">
              <a:extLst>
                <a:ext uri="{FF2B5EF4-FFF2-40B4-BE49-F238E27FC236}">
                  <a16:creationId xmlns:a16="http://schemas.microsoft.com/office/drawing/2014/main" id="{26BC4B6B-A749-491C-8D95-8AA7DF3672D8}"/>
                </a:ext>
              </a:extLst>
            </p:cNvPr>
            <p:cNvSpPr>
              <a:spLocks noChangeArrowheads="1"/>
            </p:cNvSpPr>
            <p:nvPr/>
          </p:nvSpPr>
          <p:spPr bwMode="auto">
            <a:xfrm>
              <a:off x="3783" y="3827"/>
              <a:ext cx="1231" cy="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8" name="Rectangle 101">
              <a:extLst>
                <a:ext uri="{FF2B5EF4-FFF2-40B4-BE49-F238E27FC236}">
                  <a16:creationId xmlns:a16="http://schemas.microsoft.com/office/drawing/2014/main" id="{195DD50D-5F91-4383-A656-436FB4CCD44C}"/>
                </a:ext>
              </a:extLst>
            </p:cNvPr>
            <p:cNvSpPr>
              <a:spLocks noChangeArrowheads="1"/>
            </p:cNvSpPr>
            <p:nvPr/>
          </p:nvSpPr>
          <p:spPr bwMode="auto">
            <a:xfrm>
              <a:off x="3783" y="3819"/>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 name="Rectangle 102">
              <a:extLst>
                <a:ext uri="{FF2B5EF4-FFF2-40B4-BE49-F238E27FC236}">
                  <a16:creationId xmlns:a16="http://schemas.microsoft.com/office/drawing/2014/main" id="{2CF16DF5-80C1-4712-A945-F504E3361CF6}"/>
                </a:ext>
              </a:extLst>
            </p:cNvPr>
            <p:cNvSpPr>
              <a:spLocks noChangeArrowheads="1"/>
            </p:cNvSpPr>
            <p:nvPr/>
          </p:nvSpPr>
          <p:spPr bwMode="auto">
            <a:xfrm>
              <a:off x="3783" y="3811"/>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 name="Rectangle 103">
              <a:extLst>
                <a:ext uri="{FF2B5EF4-FFF2-40B4-BE49-F238E27FC236}">
                  <a16:creationId xmlns:a16="http://schemas.microsoft.com/office/drawing/2014/main" id="{FC3CA4F0-E63F-4934-8318-D4E5B3D51B6D}"/>
                </a:ext>
              </a:extLst>
            </p:cNvPr>
            <p:cNvSpPr>
              <a:spLocks noChangeArrowheads="1"/>
            </p:cNvSpPr>
            <p:nvPr/>
          </p:nvSpPr>
          <p:spPr bwMode="auto">
            <a:xfrm>
              <a:off x="3783" y="3803"/>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1" name="Rectangle 104">
              <a:extLst>
                <a:ext uri="{FF2B5EF4-FFF2-40B4-BE49-F238E27FC236}">
                  <a16:creationId xmlns:a16="http://schemas.microsoft.com/office/drawing/2014/main" id="{B390155E-0CA1-4190-891A-7735899111AE}"/>
                </a:ext>
              </a:extLst>
            </p:cNvPr>
            <p:cNvSpPr>
              <a:spLocks noChangeArrowheads="1"/>
            </p:cNvSpPr>
            <p:nvPr/>
          </p:nvSpPr>
          <p:spPr bwMode="auto">
            <a:xfrm>
              <a:off x="3783" y="3795"/>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2" name="Rectangle 105">
              <a:extLst>
                <a:ext uri="{FF2B5EF4-FFF2-40B4-BE49-F238E27FC236}">
                  <a16:creationId xmlns:a16="http://schemas.microsoft.com/office/drawing/2014/main" id="{EE739207-5633-49E2-B994-B97B7895254C}"/>
                </a:ext>
              </a:extLst>
            </p:cNvPr>
            <p:cNvSpPr>
              <a:spLocks noChangeArrowheads="1"/>
            </p:cNvSpPr>
            <p:nvPr/>
          </p:nvSpPr>
          <p:spPr bwMode="auto">
            <a:xfrm>
              <a:off x="3783" y="3787"/>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3" name="Rectangle 106">
              <a:extLst>
                <a:ext uri="{FF2B5EF4-FFF2-40B4-BE49-F238E27FC236}">
                  <a16:creationId xmlns:a16="http://schemas.microsoft.com/office/drawing/2014/main" id="{576E064D-F43B-40A9-AFE6-38A389C7CA24}"/>
                </a:ext>
              </a:extLst>
            </p:cNvPr>
            <p:cNvSpPr>
              <a:spLocks noChangeArrowheads="1"/>
            </p:cNvSpPr>
            <p:nvPr/>
          </p:nvSpPr>
          <p:spPr bwMode="auto">
            <a:xfrm>
              <a:off x="3783" y="3779"/>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4" name="Rectangle 107">
              <a:extLst>
                <a:ext uri="{FF2B5EF4-FFF2-40B4-BE49-F238E27FC236}">
                  <a16:creationId xmlns:a16="http://schemas.microsoft.com/office/drawing/2014/main" id="{7B75C4E2-239B-4984-ADA8-2D77DC555D55}"/>
                </a:ext>
              </a:extLst>
            </p:cNvPr>
            <p:cNvSpPr>
              <a:spLocks noChangeArrowheads="1"/>
            </p:cNvSpPr>
            <p:nvPr/>
          </p:nvSpPr>
          <p:spPr bwMode="auto">
            <a:xfrm>
              <a:off x="3783" y="3771"/>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5" name="Rectangle 108">
              <a:extLst>
                <a:ext uri="{FF2B5EF4-FFF2-40B4-BE49-F238E27FC236}">
                  <a16:creationId xmlns:a16="http://schemas.microsoft.com/office/drawing/2014/main" id="{1CD083E7-0AB3-4208-B2B8-B1D47F69D5C1}"/>
                </a:ext>
              </a:extLst>
            </p:cNvPr>
            <p:cNvSpPr>
              <a:spLocks noChangeArrowheads="1"/>
            </p:cNvSpPr>
            <p:nvPr/>
          </p:nvSpPr>
          <p:spPr bwMode="auto">
            <a:xfrm>
              <a:off x="3783" y="3763"/>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6" name="Rectangle 109">
              <a:extLst>
                <a:ext uri="{FF2B5EF4-FFF2-40B4-BE49-F238E27FC236}">
                  <a16:creationId xmlns:a16="http://schemas.microsoft.com/office/drawing/2014/main" id="{7E8E5572-3FCF-4F4D-BABB-A6DD1C7D00DE}"/>
                </a:ext>
              </a:extLst>
            </p:cNvPr>
            <p:cNvSpPr>
              <a:spLocks noChangeArrowheads="1"/>
            </p:cNvSpPr>
            <p:nvPr/>
          </p:nvSpPr>
          <p:spPr bwMode="auto">
            <a:xfrm>
              <a:off x="3783" y="3756"/>
              <a:ext cx="1231" cy="7"/>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7" name="Rectangle 110">
              <a:extLst>
                <a:ext uri="{FF2B5EF4-FFF2-40B4-BE49-F238E27FC236}">
                  <a16:creationId xmlns:a16="http://schemas.microsoft.com/office/drawing/2014/main" id="{85496C19-3E6D-4086-9A10-037AA10845BB}"/>
                </a:ext>
              </a:extLst>
            </p:cNvPr>
            <p:cNvSpPr>
              <a:spLocks noChangeArrowheads="1"/>
            </p:cNvSpPr>
            <p:nvPr/>
          </p:nvSpPr>
          <p:spPr bwMode="auto">
            <a:xfrm>
              <a:off x="3783" y="3748"/>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8" name="Rectangle 111">
              <a:extLst>
                <a:ext uri="{FF2B5EF4-FFF2-40B4-BE49-F238E27FC236}">
                  <a16:creationId xmlns:a16="http://schemas.microsoft.com/office/drawing/2014/main" id="{9E04CE8A-B905-4634-8BF4-FD638E5622A4}"/>
                </a:ext>
              </a:extLst>
            </p:cNvPr>
            <p:cNvSpPr>
              <a:spLocks noChangeArrowheads="1"/>
            </p:cNvSpPr>
            <p:nvPr/>
          </p:nvSpPr>
          <p:spPr bwMode="auto">
            <a:xfrm>
              <a:off x="3783" y="3740"/>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9" name="Rectangle 112">
              <a:extLst>
                <a:ext uri="{FF2B5EF4-FFF2-40B4-BE49-F238E27FC236}">
                  <a16:creationId xmlns:a16="http://schemas.microsoft.com/office/drawing/2014/main" id="{4009D755-BB09-4A77-AC12-813539A4A34B}"/>
                </a:ext>
              </a:extLst>
            </p:cNvPr>
            <p:cNvSpPr>
              <a:spLocks noChangeArrowheads="1"/>
            </p:cNvSpPr>
            <p:nvPr/>
          </p:nvSpPr>
          <p:spPr bwMode="auto">
            <a:xfrm>
              <a:off x="3783" y="3732"/>
              <a:ext cx="1231" cy="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0" name="Rectangle 113">
              <a:extLst>
                <a:ext uri="{FF2B5EF4-FFF2-40B4-BE49-F238E27FC236}">
                  <a16:creationId xmlns:a16="http://schemas.microsoft.com/office/drawing/2014/main" id="{FC197568-B2D9-4C56-BE76-E93392068732}"/>
                </a:ext>
              </a:extLst>
            </p:cNvPr>
            <p:cNvSpPr>
              <a:spLocks noChangeArrowheads="1"/>
            </p:cNvSpPr>
            <p:nvPr/>
          </p:nvSpPr>
          <p:spPr bwMode="auto">
            <a:xfrm>
              <a:off x="3783" y="3724"/>
              <a:ext cx="1231" cy="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1" name="Rectangle 114">
              <a:extLst>
                <a:ext uri="{FF2B5EF4-FFF2-40B4-BE49-F238E27FC236}">
                  <a16:creationId xmlns:a16="http://schemas.microsoft.com/office/drawing/2014/main" id="{90377E10-9AE3-4677-935C-2ABE1683A567}"/>
                </a:ext>
              </a:extLst>
            </p:cNvPr>
            <p:cNvSpPr>
              <a:spLocks noChangeArrowheads="1"/>
            </p:cNvSpPr>
            <p:nvPr/>
          </p:nvSpPr>
          <p:spPr bwMode="auto">
            <a:xfrm>
              <a:off x="3783" y="3716"/>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2" name="Rectangle 115">
              <a:extLst>
                <a:ext uri="{FF2B5EF4-FFF2-40B4-BE49-F238E27FC236}">
                  <a16:creationId xmlns:a16="http://schemas.microsoft.com/office/drawing/2014/main" id="{EF09222B-194C-4061-B82A-E5DB1832BADA}"/>
                </a:ext>
              </a:extLst>
            </p:cNvPr>
            <p:cNvSpPr>
              <a:spLocks noChangeArrowheads="1"/>
            </p:cNvSpPr>
            <p:nvPr/>
          </p:nvSpPr>
          <p:spPr bwMode="auto">
            <a:xfrm>
              <a:off x="3783" y="3375"/>
              <a:ext cx="1231" cy="460"/>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23" name="Rectangle 116">
              <a:extLst>
                <a:ext uri="{FF2B5EF4-FFF2-40B4-BE49-F238E27FC236}">
                  <a16:creationId xmlns:a16="http://schemas.microsoft.com/office/drawing/2014/main" id="{4F0665C6-8626-4ACB-ADEC-7BB3ECF38DE6}"/>
                </a:ext>
              </a:extLst>
            </p:cNvPr>
            <p:cNvSpPr>
              <a:spLocks noChangeArrowheads="1"/>
            </p:cNvSpPr>
            <p:nvPr/>
          </p:nvSpPr>
          <p:spPr bwMode="auto">
            <a:xfrm>
              <a:off x="3783" y="3542"/>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4" name="Rectangle 117">
              <a:extLst>
                <a:ext uri="{FF2B5EF4-FFF2-40B4-BE49-F238E27FC236}">
                  <a16:creationId xmlns:a16="http://schemas.microsoft.com/office/drawing/2014/main" id="{56256A24-F102-4D2F-AA69-4B07B63EA2ED}"/>
                </a:ext>
              </a:extLst>
            </p:cNvPr>
            <p:cNvSpPr>
              <a:spLocks noChangeArrowheads="1"/>
            </p:cNvSpPr>
            <p:nvPr/>
          </p:nvSpPr>
          <p:spPr bwMode="auto">
            <a:xfrm>
              <a:off x="3783" y="3534"/>
              <a:ext cx="1231" cy="8"/>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5" name="Rectangle 118">
              <a:extLst>
                <a:ext uri="{FF2B5EF4-FFF2-40B4-BE49-F238E27FC236}">
                  <a16:creationId xmlns:a16="http://schemas.microsoft.com/office/drawing/2014/main" id="{0089ACCB-66F6-4B53-9133-41968C298B4E}"/>
                </a:ext>
              </a:extLst>
            </p:cNvPr>
            <p:cNvSpPr>
              <a:spLocks noChangeArrowheads="1"/>
            </p:cNvSpPr>
            <p:nvPr/>
          </p:nvSpPr>
          <p:spPr bwMode="auto">
            <a:xfrm>
              <a:off x="3783" y="3526"/>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6" name="Rectangle 119">
              <a:extLst>
                <a:ext uri="{FF2B5EF4-FFF2-40B4-BE49-F238E27FC236}">
                  <a16:creationId xmlns:a16="http://schemas.microsoft.com/office/drawing/2014/main" id="{66F20FA5-7A2B-403C-B200-290E18F3E542}"/>
                </a:ext>
              </a:extLst>
            </p:cNvPr>
            <p:cNvSpPr>
              <a:spLocks noChangeArrowheads="1"/>
            </p:cNvSpPr>
            <p:nvPr/>
          </p:nvSpPr>
          <p:spPr bwMode="auto">
            <a:xfrm>
              <a:off x="3783" y="3518"/>
              <a:ext cx="1231" cy="8"/>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7" name="Rectangle 120">
              <a:extLst>
                <a:ext uri="{FF2B5EF4-FFF2-40B4-BE49-F238E27FC236}">
                  <a16:creationId xmlns:a16="http://schemas.microsoft.com/office/drawing/2014/main" id="{7DC2BF97-7254-43F4-868C-37D4CB90427A}"/>
                </a:ext>
              </a:extLst>
            </p:cNvPr>
            <p:cNvSpPr>
              <a:spLocks noChangeArrowheads="1"/>
            </p:cNvSpPr>
            <p:nvPr/>
          </p:nvSpPr>
          <p:spPr bwMode="auto">
            <a:xfrm>
              <a:off x="3783" y="3510"/>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8" name="Rectangle 121">
              <a:extLst>
                <a:ext uri="{FF2B5EF4-FFF2-40B4-BE49-F238E27FC236}">
                  <a16:creationId xmlns:a16="http://schemas.microsoft.com/office/drawing/2014/main" id="{045B0720-AF42-4522-817C-82ED9786F8C1}"/>
                </a:ext>
              </a:extLst>
            </p:cNvPr>
            <p:cNvSpPr>
              <a:spLocks noChangeArrowheads="1"/>
            </p:cNvSpPr>
            <p:nvPr/>
          </p:nvSpPr>
          <p:spPr bwMode="auto">
            <a:xfrm>
              <a:off x="3783" y="3502"/>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9" name="Rectangle 122">
              <a:extLst>
                <a:ext uri="{FF2B5EF4-FFF2-40B4-BE49-F238E27FC236}">
                  <a16:creationId xmlns:a16="http://schemas.microsoft.com/office/drawing/2014/main" id="{7D877866-8411-4479-A745-5BD2F194FD36}"/>
                </a:ext>
              </a:extLst>
            </p:cNvPr>
            <p:cNvSpPr>
              <a:spLocks noChangeArrowheads="1"/>
            </p:cNvSpPr>
            <p:nvPr/>
          </p:nvSpPr>
          <p:spPr bwMode="auto">
            <a:xfrm>
              <a:off x="3783" y="3494"/>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0" name="Rectangle 123">
              <a:extLst>
                <a:ext uri="{FF2B5EF4-FFF2-40B4-BE49-F238E27FC236}">
                  <a16:creationId xmlns:a16="http://schemas.microsoft.com/office/drawing/2014/main" id="{AD3149BA-9EA0-49E8-A4F0-A10AF3549BFB}"/>
                </a:ext>
              </a:extLst>
            </p:cNvPr>
            <p:cNvSpPr>
              <a:spLocks noChangeArrowheads="1"/>
            </p:cNvSpPr>
            <p:nvPr/>
          </p:nvSpPr>
          <p:spPr bwMode="auto">
            <a:xfrm>
              <a:off x="3783" y="3486"/>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1" name="Rectangle 124">
              <a:extLst>
                <a:ext uri="{FF2B5EF4-FFF2-40B4-BE49-F238E27FC236}">
                  <a16:creationId xmlns:a16="http://schemas.microsoft.com/office/drawing/2014/main" id="{8EFB62DA-3FC5-413D-B402-766E3149A69B}"/>
                </a:ext>
              </a:extLst>
            </p:cNvPr>
            <p:cNvSpPr>
              <a:spLocks noChangeArrowheads="1"/>
            </p:cNvSpPr>
            <p:nvPr/>
          </p:nvSpPr>
          <p:spPr bwMode="auto">
            <a:xfrm>
              <a:off x="3783" y="3478"/>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2" name="Rectangle 125">
              <a:extLst>
                <a:ext uri="{FF2B5EF4-FFF2-40B4-BE49-F238E27FC236}">
                  <a16:creationId xmlns:a16="http://schemas.microsoft.com/office/drawing/2014/main" id="{E1F1C6FC-3B5E-4AF2-8CEC-7ADA2FA3C706}"/>
                </a:ext>
              </a:extLst>
            </p:cNvPr>
            <p:cNvSpPr>
              <a:spLocks noChangeArrowheads="1"/>
            </p:cNvSpPr>
            <p:nvPr/>
          </p:nvSpPr>
          <p:spPr bwMode="auto">
            <a:xfrm>
              <a:off x="3783" y="3470"/>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3" name="Rectangle 126">
              <a:extLst>
                <a:ext uri="{FF2B5EF4-FFF2-40B4-BE49-F238E27FC236}">
                  <a16:creationId xmlns:a16="http://schemas.microsoft.com/office/drawing/2014/main" id="{F1D08DC7-7E43-4984-8173-2BFF793DDF32}"/>
                </a:ext>
              </a:extLst>
            </p:cNvPr>
            <p:cNvSpPr>
              <a:spLocks noChangeArrowheads="1"/>
            </p:cNvSpPr>
            <p:nvPr/>
          </p:nvSpPr>
          <p:spPr bwMode="auto">
            <a:xfrm>
              <a:off x="3783" y="3462"/>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4" name="Rectangle 127">
              <a:extLst>
                <a:ext uri="{FF2B5EF4-FFF2-40B4-BE49-F238E27FC236}">
                  <a16:creationId xmlns:a16="http://schemas.microsoft.com/office/drawing/2014/main" id="{DEDBBDD5-56F0-4868-86C7-36CA3C659825}"/>
                </a:ext>
              </a:extLst>
            </p:cNvPr>
            <p:cNvSpPr>
              <a:spLocks noChangeArrowheads="1"/>
            </p:cNvSpPr>
            <p:nvPr/>
          </p:nvSpPr>
          <p:spPr bwMode="auto">
            <a:xfrm>
              <a:off x="3783" y="3455"/>
              <a:ext cx="1231" cy="7"/>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5" name="Rectangle 128">
              <a:extLst>
                <a:ext uri="{FF2B5EF4-FFF2-40B4-BE49-F238E27FC236}">
                  <a16:creationId xmlns:a16="http://schemas.microsoft.com/office/drawing/2014/main" id="{79750953-04DE-479E-8B83-4286C7D20B51}"/>
                </a:ext>
              </a:extLst>
            </p:cNvPr>
            <p:cNvSpPr>
              <a:spLocks noChangeArrowheads="1"/>
            </p:cNvSpPr>
            <p:nvPr/>
          </p:nvSpPr>
          <p:spPr bwMode="auto">
            <a:xfrm>
              <a:off x="3783" y="3447"/>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6" name="Rectangle 129">
              <a:extLst>
                <a:ext uri="{FF2B5EF4-FFF2-40B4-BE49-F238E27FC236}">
                  <a16:creationId xmlns:a16="http://schemas.microsoft.com/office/drawing/2014/main" id="{B323A06E-83B2-4CF6-BF0B-5A94AC95FEFF}"/>
                </a:ext>
              </a:extLst>
            </p:cNvPr>
            <p:cNvSpPr>
              <a:spLocks noChangeArrowheads="1"/>
            </p:cNvSpPr>
            <p:nvPr/>
          </p:nvSpPr>
          <p:spPr bwMode="auto">
            <a:xfrm>
              <a:off x="3783" y="3439"/>
              <a:ext cx="1231" cy="8"/>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7" name="Rectangle 130">
              <a:extLst>
                <a:ext uri="{FF2B5EF4-FFF2-40B4-BE49-F238E27FC236}">
                  <a16:creationId xmlns:a16="http://schemas.microsoft.com/office/drawing/2014/main" id="{48635086-20A0-49F0-BC11-81B7D62D5BB2}"/>
                </a:ext>
              </a:extLst>
            </p:cNvPr>
            <p:cNvSpPr>
              <a:spLocks noChangeArrowheads="1"/>
            </p:cNvSpPr>
            <p:nvPr/>
          </p:nvSpPr>
          <p:spPr bwMode="auto">
            <a:xfrm>
              <a:off x="3783" y="3431"/>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8" name="Rectangle 131">
              <a:extLst>
                <a:ext uri="{FF2B5EF4-FFF2-40B4-BE49-F238E27FC236}">
                  <a16:creationId xmlns:a16="http://schemas.microsoft.com/office/drawing/2014/main" id="{327FEB01-CCFD-4C51-A5F9-F7A165E86E32}"/>
                </a:ext>
              </a:extLst>
            </p:cNvPr>
            <p:cNvSpPr>
              <a:spLocks noChangeArrowheads="1"/>
            </p:cNvSpPr>
            <p:nvPr/>
          </p:nvSpPr>
          <p:spPr bwMode="auto">
            <a:xfrm>
              <a:off x="3783" y="3423"/>
              <a:ext cx="1231" cy="8"/>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9" name="Rectangle 132">
              <a:extLst>
                <a:ext uri="{FF2B5EF4-FFF2-40B4-BE49-F238E27FC236}">
                  <a16:creationId xmlns:a16="http://schemas.microsoft.com/office/drawing/2014/main" id="{01C8447F-7661-4CFD-A1D1-EC09BBF4F4E2}"/>
                </a:ext>
              </a:extLst>
            </p:cNvPr>
            <p:cNvSpPr>
              <a:spLocks noChangeArrowheads="1"/>
            </p:cNvSpPr>
            <p:nvPr/>
          </p:nvSpPr>
          <p:spPr bwMode="auto">
            <a:xfrm>
              <a:off x="3783" y="3415"/>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0" name="Rectangle 133">
              <a:extLst>
                <a:ext uri="{FF2B5EF4-FFF2-40B4-BE49-F238E27FC236}">
                  <a16:creationId xmlns:a16="http://schemas.microsoft.com/office/drawing/2014/main" id="{E679D29C-F84E-494B-8DC9-8089F8EA0784}"/>
                </a:ext>
              </a:extLst>
            </p:cNvPr>
            <p:cNvSpPr>
              <a:spLocks noChangeArrowheads="1"/>
            </p:cNvSpPr>
            <p:nvPr/>
          </p:nvSpPr>
          <p:spPr bwMode="auto">
            <a:xfrm>
              <a:off x="3783" y="3407"/>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1" name="Rectangle 134">
              <a:extLst>
                <a:ext uri="{FF2B5EF4-FFF2-40B4-BE49-F238E27FC236}">
                  <a16:creationId xmlns:a16="http://schemas.microsoft.com/office/drawing/2014/main" id="{CE64E798-5A91-48B9-9036-098915FE5966}"/>
                </a:ext>
              </a:extLst>
            </p:cNvPr>
            <p:cNvSpPr>
              <a:spLocks noChangeArrowheads="1"/>
            </p:cNvSpPr>
            <p:nvPr/>
          </p:nvSpPr>
          <p:spPr bwMode="auto">
            <a:xfrm>
              <a:off x="3783" y="3399"/>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2" name="Rectangle 135">
              <a:extLst>
                <a:ext uri="{FF2B5EF4-FFF2-40B4-BE49-F238E27FC236}">
                  <a16:creationId xmlns:a16="http://schemas.microsoft.com/office/drawing/2014/main" id="{8F1BA884-8866-468F-B0D5-E484CE5283C9}"/>
                </a:ext>
              </a:extLst>
            </p:cNvPr>
            <p:cNvSpPr>
              <a:spLocks noChangeArrowheads="1"/>
            </p:cNvSpPr>
            <p:nvPr/>
          </p:nvSpPr>
          <p:spPr bwMode="auto">
            <a:xfrm>
              <a:off x="3783" y="3391"/>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3" name="Rectangle 136">
              <a:extLst>
                <a:ext uri="{FF2B5EF4-FFF2-40B4-BE49-F238E27FC236}">
                  <a16:creationId xmlns:a16="http://schemas.microsoft.com/office/drawing/2014/main" id="{8B786BCD-857E-4C14-AD71-0702D8392BA7}"/>
                </a:ext>
              </a:extLst>
            </p:cNvPr>
            <p:cNvSpPr>
              <a:spLocks noChangeArrowheads="1"/>
            </p:cNvSpPr>
            <p:nvPr/>
          </p:nvSpPr>
          <p:spPr bwMode="auto">
            <a:xfrm>
              <a:off x="3783" y="3383"/>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4" name="Rectangle 137">
              <a:extLst>
                <a:ext uri="{FF2B5EF4-FFF2-40B4-BE49-F238E27FC236}">
                  <a16:creationId xmlns:a16="http://schemas.microsoft.com/office/drawing/2014/main" id="{96063BBC-D701-4530-A7AF-1684B998DA31}"/>
                </a:ext>
              </a:extLst>
            </p:cNvPr>
            <p:cNvSpPr>
              <a:spLocks noChangeArrowheads="1"/>
            </p:cNvSpPr>
            <p:nvPr/>
          </p:nvSpPr>
          <p:spPr bwMode="auto">
            <a:xfrm>
              <a:off x="3783" y="3375"/>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5" name="Rectangle 138">
              <a:extLst>
                <a:ext uri="{FF2B5EF4-FFF2-40B4-BE49-F238E27FC236}">
                  <a16:creationId xmlns:a16="http://schemas.microsoft.com/office/drawing/2014/main" id="{113F7B69-976D-4D17-AD2A-1D7EEA89AC9A}"/>
                </a:ext>
              </a:extLst>
            </p:cNvPr>
            <p:cNvSpPr>
              <a:spLocks noChangeArrowheads="1"/>
            </p:cNvSpPr>
            <p:nvPr/>
          </p:nvSpPr>
          <p:spPr bwMode="auto">
            <a:xfrm>
              <a:off x="3783" y="3375"/>
              <a:ext cx="1231" cy="460"/>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46" name="Rectangle 139">
              <a:extLst>
                <a:ext uri="{FF2B5EF4-FFF2-40B4-BE49-F238E27FC236}">
                  <a16:creationId xmlns:a16="http://schemas.microsoft.com/office/drawing/2014/main" id="{6006C222-9910-477B-8070-EFD7680A8281}"/>
                </a:ext>
              </a:extLst>
            </p:cNvPr>
            <p:cNvSpPr>
              <a:spLocks noChangeArrowheads="1"/>
            </p:cNvSpPr>
            <p:nvPr/>
          </p:nvSpPr>
          <p:spPr bwMode="auto">
            <a:xfrm>
              <a:off x="4236" y="3399"/>
              <a:ext cx="302"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7" name="Rectangle 140">
              <a:extLst>
                <a:ext uri="{FF2B5EF4-FFF2-40B4-BE49-F238E27FC236}">
                  <a16:creationId xmlns:a16="http://schemas.microsoft.com/office/drawing/2014/main" id="{5B1C5711-6D1C-477A-B267-10AD1FA14A8F}"/>
                </a:ext>
              </a:extLst>
            </p:cNvPr>
            <p:cNvSpPr>
              <a:spLocks noChangeArrowheads="1"/>
            </p:cNvSpPr>
            <p:nvPr/>
          </p:nvSpPr>
          <p:spPr bwMode="auto">
            <a:xfrm>
              <a:off x="4292" y="3399"/>
              <a:ext cx="238"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0" u="none" strike="noStrike" cap="none" normalizeH="0" baseline="0">
                  <a:ln>
                    <a:noFill/>
                  </a:ln>
                  <a:solidFill>
                    <a:srgbClr val="000000"/>
                  </a:solidFill>
                  <a:effectLst/>
                  <a:latin typeface="Tahoma" panose="020B0604030504040204" pitchFamily="34" charset="0"/>
                </a:rPr>
                <a:t>Cow</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148" name="Freeform 141">
              <a:extLst>
                <a:ext uri="{FF2B5EF4-FFF2-40B4-BE49-F238E27FC236}">
                  <a16:creationId xmlns:a16="http://schemas.microsoft.com/office/drawing/2014/main" id="{0796D6A8-E8E6-4FEA-90AA-B0B61AC15E75}"/>
                </a:ext>
              </a:extLst>
            </p:cNvPr>
            <p:cNvSpPr>
              <a:spLocks/>
            </p:cNvSpPr>
            <p:nvPr/>
          </p:nvSpPr>
          <p:spPr bwMode="auto">
            <a:xfrm>
              <a:off x="3783" y="3550"/>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49" name="Line 142">
              <a:extLst>
                <a:ext uri="{FF2B5EF4-FFF2-40B4-BE49-F238E27FC236}">
                  <a16:creationId xmlns:a16="http://schemas.microsoft.com/office/drawing/2014/main" id="{6C98A382-9289-4371-81DB-A3E86FE1F376}"/>
                </a:ext>
              </a:extLst>
            </p:cNvPr>
            <p:cNvSpPr>
              <a:spLocks noChangeShapeType="1"/>
            </p:cNvSpPr>
            <p:nvPr/>
          </p:nvSpPr>
          <p:spPr bwMode="auto">
            <a:xfrm>
              <a:off x="3783" y="3692"/>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50" name="Line 143">
              <a:extLst>
                <a:ext uri="{FF2B5EF4-FFF2-40B4-BE49-F238E27FC236}">
                  <a16:creationId xmlns:a16="http://schemas.microsoft.com/office/drawing/2014/main" id="{4AD5F557-9761-4492-B312-F5CC6272B269}"/>
                </a:ext>
              </a:extLst>
            </p:cNvPr>
            <p:cNvSpPr>
              <a:spLocks noChangeShapeType="1"/>
            </p:cNvSpPr>
            <p:nvPr/>
          </p:nvSpPr>
          <p:spPr bwMode="auto">
            <a:xfrm flipV="1">
              <a:off x="4443" y="2868"/>
              <a:ext cx="0" cy="499"/>
            </a:xfrm>
            <a:prstGeom prst="line">
              <a:avLst/>
            </a:prstGeom>
            <a:noFill/>
            <a:ln w="11113">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51" name="Freeform 144">
              <a:extLst>
                <a:ext uri="{FF2B5EF4-FFF2-40B4-BE49-F238E27FC236}">
                  <a16:creationId xmlns:a16="http://schemas.microsoft.com/office/drawing/2014/main" id="{38DC5FE7-A3FC-4453-AAAB-A7BDA5E243F5}"/>
                </a:ext>
              </a:extLst>
            </p:cNvPr>
            <p:cNvSpPr>
              <a:spLocks/>
            </p:cNvSpPr>
            <p:nvPr/>
          </p:nvSpPr>
          <p:spPr bwMode="auto">
            <a:xfrm>
              <a:off x="4379" y="2868"/>
              <a:ext cx="127" cy="96"/>
            </a:xfrm>
            <a:custGeom>
              <a:avLst/>
              <a:gdLst>
                <a:gd name="T0" fmla="*/ 0 w 127"/>
                <a:gd name="T1" fmla="*/ 96 h 96"/>
                <a:gd name="T2" fmla="*/ 64 w 127"/>
                <a:gd name="T3" fmla="*/ 0 h 96"/>
                <a:gd name="T4" fmla="*/ 127 w 127"/>
                <a:gd name="T5" fmla="*/ 96 h 96"/>
                <a:gd name="T6" fmla="*/ 0 w 127"/>
                <a:gd name="T7" fmla="*/ 96 h 96"/>
              </a:gdLst>
              <a:ahLst/>
              <a:cxnLst>
                <a:cxn ang="0">
                  <a:pos x="T0" y="T1"/>
                </a:cxn>
                <a:cxn ang="0">
                  <a:pos x="T2" y="T3"/>
                </a:cxn>
                <a:cxn ang="0">
                  <a:pos x="T4" y="T5"/>
                </a:cxn>
                <a:cxn ang="0">
                  <a:pos x="T6" y="T7"/>
                </a:cxn>
              </a:cxnLst>
              <a:rect l="0" t="0" r="r" b="b"/>
              <a:pathLst>
                <a:path w="127" h="96">
                  <a:moveTo>
                    <a:pt x="0" y="96"/>
                  </a:moveTo>
                  <a:lnTo>
                    <a:pt x="64" y="0"/>
                  </a:lnTo>
                  <a:lnTo>
                    <a:pt x="127" y="96"/>
                  </a:lnTo>
                  <a:lnTo>
                    <a:pt x="0" y="96"/>
                  </a:lnTo>
                  <a:close/>
                </a:path>
              </a:pathLst>
            </a:custGeom>
            <a:solidFill>
              <a:srgbClr val="000000"/>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52" name="Freeform 145">
              <a:extLst>
                <a:ext uri="{FF2B5EF4-FFF2-40B4-BE49-F238E27FC236}">
                  <a16:creationId xmlns:a16="http://schemas.microsoft.com/office/drawing/2014/main" id="{174E9D9E-5128-42D5-B2DA-5E95AB4EBEF2}"/>
                </a:ext>
              </a:extLst>
            </p:cNvPr>
            <p:cNvSpPr>
              <a:spLocks/>
            </p:cNvSpPr>
            <p:nvPr/>
          </p:nvSpPr>
          <p:spPr bwMode="auto">
            <a:xfrm>
              <a:off x="4379" y="2868"/>
              <a:ext cx="127" cy="96"/>
            </a:xfrm>
            <a:custGeom>
              <a:avLst/>
              <a:gdLst>
                <a:gd name="T0" fmla="*/ 0 w 127"/>
                <a:gd name="T1" fmla="*/ 96 h 96"/>
                <a:gd name="T2" fmla="*/ 64 w 127"/>
                <a:gd name="T3" fmla="*/ 0 h 96"/>
                <a:gd name="T4" fmla="*/ 127 w 127"/>
                <a:gd name="T5" fmla="*/ 96 h 96"/>
                <a:gd name="T6" fmla="*/ 0 w 127"/>
                <a:gd name="T7" fmla="*/ 96 h 96"/>
              </a:gdLst>
              <a:ahLst/>
              <a:cxnLst>
                <a:cxn ang="0">
                  <a:pos x="T0" y="T1"/>
                </a:cxn>
                <a:cxn ang="0">
                  <a:pos x="T2" y="T3"/>
                </a:cxn>
                <a:cxn ang="0">
                  <a:pos x="T4" y="T5"/>
                </a:cxn>
                <a:cxn ang="0">
                  <a:pos x="T6" y="T7"/>
                </a:cxn>
              </a:cxnLst>
              <a:rect l="0" t="0" r="r" b="b"/>
              <a:pathLst>
                <a:path w="127" h="96">
                  <a:moveTo>
                    <a:pt x="0" y="96"/>
                  </a:moveTo>
                  <a:lnTo>
                    <a:pt x="64" y="0"/>
                  </a:lnTo>
                  <a:lnTo>
                    <a:pt x="127" y="96"/>
                  </a:lnTo>
                  <a:lnTo>
                    <a:pt x="0" y="96"/>
                  </a:lnTo>
                  <a:close/>
                </a:path>
              </a:pathLst>
            </a:custGeom>
            <a:solidFill>
              <a:srgbClr val="FFFFFF"/>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53" name="Rectangle 50">
              <a:extLst>
                <a:ext uri="{FF2B5EF4-FFF2-40B4-BE49-F238E27FC236}">
                  <a16:creationId xmlns:a16="http://schemas.microsoft.com/office/drawing/2014/main" id="{485DD32F-7AB2-47DF-AB7F-435088C92501}"/>
                </a:ext>
              </a:extLst>
            </p:cNvPr>
            <p:cNvSpPr>
              <a:spLocks noChangeArrowheads="1"/>
            </p:cNvSpPr>
            <p:nvPr/>
          </p:nvSpPr>
          <p:spPr bwMode="auto">
            <a:xfrm>
              <a:off x="3998" y="2704"/>
              <a:ext cx="54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LID4096" sz="1100" b="0" i="1" u="none" strike="noStrike" cap="none" normalizeH="0" baseline="0" dirty="0" err="1">
                  <a:ln>
                    <a:noFill/>
                  </a:ln>
                  <a:solidFill>
                    <a:srgbClr val="000000"/>
                  </a:solidFill>
                  <a:effectLst/>
                  <a:latin typeface="Tahoma" panose="020B0604030504040204" pitchFamily="34" charset="0"/>
                </a:rPr>
                <a:t>getMilk</a:t>
              </a:r>
              <a:r>
                <a:rPr kumimoji="0" lang="LID4096" altLang="LID4096" sz="1100" b="0" i="1" u="none" strike="noStrike" cap="none" normalizeH="0" baseline="0" dirty="0">
                  <a:ln>
                    <a:noFill/>
                  </a:ln>
                  <a:solidFill>
                    <a:srgbClr val="000000"/>
                  </a:solidFill>
                  <a:effectLst/>
                  <a:latin typeface="Tahoma" panose="020B0604030504040204" pitchFamily="34" charset="0"/>
                </a:rPr>
                <a:t>():void</a:t>
              </a: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grpSp>
      <p:sp>
        <p:nvSpPr>
          <p:cNvPr id="3" name="Rectangle 2">
            <a:extLst>
              <a:ext uri="{FF2B5EF4-FFF2-40B4-BE49-F238E27FC236}">
                <a16:creationId xmlns:a16="http://schemas.microsoft.com/office/drawing/2014/main" id="{107F7057-4AEC-74FD-F231-474917362671}"/>
              </a:ext>
            </a:extLst>
          </p:cNvPr>
          <p:cNvSpPr/>
          <p:nvPr/>
        </p:nvSpPr>
        <p:spPr>
          <a:xfrm>
            <a:off x="1863196" y="2377025"/>
            <a:ext cx="2664296" cy="2762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 name="TextBox 3">
            <a:extLst>
              <a:ext uri="{FF2B5EF4-FFF2-40B4-BE49-F238E27FC236}">
                <a16:creationId xmlns:a16="http://schemas.microsoft.com/office/drawing/2014/main" id="{E3228F95-1733-5445-A65A-FA4DCF0C5AA9}"/>
              </a:ext>
            </a:extLst>
          </p:cNvPr>
          <p:cNvSpPr txBox="1"/>
          <p:nvPr/>
        </p:nvSpPr>
        <p:spPr>
          <a:xfrm>
            <a:off x="4839410" y="2842041"/>
            <a:ext cx="1058863" cy="369332"/>
          </a:xfrm>
          <a:prstGeom prst="rect">
            <a:avLst/>
          </a:prstGeom>
          <a:noFill/>
        </p:spPr>
        <p:txBody>
          <a:bodyPr wrap="square" rtlCol="0">
            <a:spAutoFit/>
          </a:bodyPr>
          <a:lstStyle/>
          <a:p>
            <a:r>
              <a:rPr lang="en-US" dirty="0">
                <a:solidFill>
                  <a:srgbClr val="FF0000"/>
                </a:solidFill>
              </a:rPr>
              <a:t>producer</a:t>
            </a:r>
            <a:endParaRPr lang="LID4096" dirty="0">
              <a:solidFill>
                <a:srgbClr val="FF0000"/>
              </a:solidFill>
            </a:endParaRPr>
          </a:p>
        </p:txBody>
      </p:sp>
      <p:cxnSp>
        <p:nvCxnSpPr>
          <p:cNvPr id="11" name="Straight Arrow Connector 10">
            <a:extLst>
              <a:ext uri="{FF2B5EF4-FFF2-40B4-BE49-F238E27FC236}">
                <a16:creationId xmlns:a16="http://schemas.microsoft.com/office/drawing/2014/main" id="{1FAB8F88-5649-33EC-6AE0-355221D9A778}"/>
              </a:ext>
            </a:extLst>
          </p:cNvPr>
          <p:cNvCxnSpPr>
            <a:stCxn id="4" idx="1"/>
          </p:cNvCxnSpPr>
          <p:nvPr/>
        </p:nvCxnSpPr>
        <p:spPr>
          <a:xfrm flipH="1" flipV="1">
            <a:off x="4481513" y="2687625"/>
            <a:ext cx="357897" cy="3390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8670BAAD-CC4B-07B1-B04F-5EF2EB08A090}"/>
              </a:ext>
            </a:extLst>
          </p:cNvPr>
          <p:cNvSpPr/>
          <p:nvPr/>
        </p:nvSpPr>
        <p:spPr>
          <a:xfrm>
            <a:off x="5076056" y="2014598"/>
            <a:ext cx="929457" cy="2762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897296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5F5C-8047-477C-B619-99BFB2FD7FA1}"/>
              </a:ext>
            </a:extLst>
          </p:cNvPr>
          <p:cNvSpPr>
            <a:spLocks noGrp="1"/>
          </p:cNvSpPr>
          <p:nvPr>
            <p:ph type="title"/>
          </p:nvPr>
        </p:nvSpPr>
        <p:spPr/>
        <p:txBody>
          <a:bodyPr/>
          <a:lstStyle/>
          <a:p>
            <a:pPr algn="r" rtl="1"/>
            <a:r>
              <a:rPr lang="he-IL">
                <a:latin typeface="Arial"/>
                <a:cs typeface="Arial"/>
              </a:rPr>
              <a:t>CS (consumer super)</a:t>
            </a:r>
            <a:endParaRPr lang="he-IL" dirty="0"/>
          </a:p>
        </p:txBody>
      </p:sp>
      <p:sp>
        <p:nvSpPr>
          <p:cNvPr id="6" name="Content Placeholder 5">
            <a:extLst>
              <a:ext uri="{FF2B5EF4-FFF2-40B4-BE49-F238E27FC236}">
                <a16:creationId xmlns:a16="http://schemas.microsoft.com/office/drawing/2014/main" id="{7D6263DE-3659-46C5-AB1D-CE67F4512144}"/>
              </a:ext>
            </a:extLst>
          </p:cNvPr>
          <p:cNvSpPr>
            <a:spLocks noGrp="1"/>
          </p:cNvSpPr>
          <p:nvPr>
            <p:ph idx="1"/>
          </p:nvPr>
        </p:nvSpPr>
        <p:spPr>
          <a:xfrm>
            <a:off x="221852" y="1783882"/>
            <a:ext cx="8858791" cy="4114800"/>
          </a:xfrm>
        </p:spPr>
        <p:txBody>
          <a:bodyPr>
            <a:normAutofit/>
          </a:bodyPr>
          <a:lstStyle/>
          <a:p>
            <a:pPr marL="0" indent="0">
              <a:spcAft>
                <a:spcPts val="0"/>
              </a:spcAft>
              <a:buNone/>
            </a:pPr>
            <a:r>
              <a:rPr lang="en-US" sz="1800" dirty="0">
                <a:solidFill>
                  <a:srgbClr val="7F0055"/>
                </a:solidFill>
                <a:latin typeface="Consolas" panose="020B0609020204030204" pitchFamily="49" charset="0"/>
              </a:rPr>
              <a:t>public static void </a:t>
            </a:r>
            <a:r>
              <a:rPr lang="en-US" sz="1800" dirty="0" err="1">
                <a:solidFill>
                  <a:srgbClr val="000000"/>
                </a:solidFill>
                <a:latin typeface="Consolas" panose="020B0609020204030204" pitchFamily="49" charset="0"/>
              </a:rPr>
              <a:t>addMammals</a:t>
            </a:r>
            <a:r>
              <a:rPr lang="en-US" sz="1800" dirty="0">
                <a:solidFill>
                  <a:srgbClr val="000000"/>
                </a:solidFill>
                <a:latin typeface="Consolas" panose="020B0609020204030204" pitchFamily="49" charset="0"/>
              </a:rPr>
              <a:t>(Collection&lt;? </a:t>
            </a:r>
            <a:r>
              <a:rPr lang="en-US" sz="1800" dirty="0">
                <a:solidFill>
                  <a:srgbClr val="7F0055"/>
                </a:solidFill>
                <a:latin typeface="Consolas" panose="020B0609020204030204" pitchFamily="49" charset="0"/>
              </a:rPr>
              <a:t>super</a:t>
            </a:r>
            <a:r>
              <a:rPr lang="en-US" sz="1800" dirty="0">
                <a:solidFill>
                  <a:srgbClr val="000000"/>
                </a:solidFill>
                <a:latin typeface="Consolas" panose="020B0609020204030204" pitchFamily="49" charset="0"/>
              </a:rPr>
              <a:t> Mammal&gt; collection) {</a:t>
            </a:r>
          </a:p>
          <a:p>
            <a:pPr marL="0" indent="0">
              <a:spcAft>
                <a:spcPts val="0"/>
              </a:spcAft>
              <a:buNone/>
            </a:pPr>
            <a:r>
              <a:rPr lang="en-US" sz="1800" dirty="0">
                <a:solidFill>
                  <a:srgbClr val="000000"/>
                </a:solidFill>
                <a:latin typeface="Consolas" panose="020B0609020204030204" pitchFamily="49" charset="0"/>
              </a:rPr>
              <a:t>	…</a:t>
            </a:r>
          </a:p>
          <a:p>
            <a:pPr marL="0" indent="0">
              <a:spcAft>
                <a:spcPts val="0"/>
              </a:spcAft>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collection.add</a:t>
            </a:r>
            <a:r>
              <a:rPr lang="en-US" sz="1800" dirty="0">
                <a:solidFill>
                  <a:srgbClr val="000000"/>
                </a:solidFill>
                <a:latin typeface="Consolas" panose="020B0609020204030204" pitchFamily="49" charset="0"/>
              </a:rPr>
              <a:t>(new Cow());</a:t>
            </a:r>
          </a:p>
          <a:p>
            <a:pPr marL="0" indent="0">
              <a:spcAft>
                <a:spcPts val="0"/>
              </a:spcAft>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collection.add</a:t>
            </a:r>
            <a:r>
              <a:rPr lang="en-US" sz="1800" dirty="0">
                <a:solidFill>
                  <a:srgbClr val="000000"/>
                </a:solidFill>
                <a:latin typeface="Consolas" panose="020B0609020204030204" pitchFamily="49" charset="0"/>
              </a:rPr>
              <a:t>(new Sheep());</a:t>
            </a:r>
          </a:p>
          <a:p>
            <a:pPr marL="0" indent="0">
              <a:spcAft>
                <a:spcPts val="0"/>
              </a:spcAft>
              <a:buNone/>
            </a:pPr>
            <a:r>
              <a:rPr lang="en-US" sz="1800" dirty="0">
                <a:solidFill>
                  <a:srgbClr val="000000"/>
                </a:solidFill>
                <a:latin typeface="Consolas" panose="020B0609020204030204" pitchFamily="49" charset="0"/>
              </a:rPr>
              <a:t>	…</a:t>
            </a:r>
          </a:p>
          <a:p>
            <a:pPr marL="0" indent="0">
              <a:spcAft>
                <a:spcPts val="0"/>
              </a:spcAft>
              <a:buNone/>
            </a:pPr>
            <a:r>
              <a:rPr lang="en-US" sz="1800" dirty="0">
                <a:solidFill>
                  <a:srgbClr val="000000"/>
                </a:solidFill>
                <a:latin typeface="Consolas" panose="020B0609020204030204" pitchFamily="49" charset="0"/>
              </a:rPr>
              <a:t>}</a:t>
            </a:r>
            <a:endParaRPr lang="en-US" sz="1800" dirty="0"/>
          </a:p>
          <a:p>
            <a:pPr marL="0" indent="0">
              <a:lnSpc>
                <a:spcPct val="120000"/>
              </a:lnSpc>
              <a:spcAft>
                <a:spcPts val="600"/>
              </a:spcAft>
              <a:buNone/>
            </a:pPr>
            <a:r>
              <a:rPr lang="en-US" sz="1800" dirty="0">
                <a:solidFill>
                  <a:srgbClr val="000000"/>
                </a:solidFill>
                <a:latin typeface="Consolas" panose="020B0609020204030204" pitchFamily="49" charset="0"/>
              </a:rPr>
              <a:t>List&lt;Animal&gt; </a:t>
            </a:r>
            <a:r>
              <a:rPr lang="en-US" sz="1800" dirty="0">
                <a:solidFill>
                  <a:srgbClr val="6A3E3E"/>
                </a:solidFill>
                <a:latin typeface="Consolas" panose="020B0609020204030204" pitchFamily="49" charset="0"/>
              </a:rPr>
              <a:t>animals</a:t>
            </a:r>
            <a:r>
              <a:rPr lang="en-US" sz="1800" dirty="0">
                <a:solidFill>
                  <a:srgbClr val="000000"/>
                </a:solidFill>
                <a:latin typeface="Consolas" panose="020B0609020204030204" pitchFamily="49" charset="0"/>
              </a:rPr>
              <a:t> = new </a:t>
            </a:r>
            <a:r>
              <a:rPr lang="en-US" sz="1800" dirty="0" err="1">
                <a:solidFill>
                  <a:srgbClr val="000000"/>
                </a:solidFill>
                <a:latin typeface="Consolas" panose="020B0609020204030204" pitchFamily="49" charset="0"/>
              </a:rPr>
              <a:t>ArrayList</a:t>
            </a:r>
            <a:r>
              <a:rPr lang="en-US" sz="1800" dirty="0">
                <a:solidFill>
                  <a:srgbClr val="000000"/>
                </a:solidFill>
                <a:latin typeface="Consolas" panose="020B0609020204030204" pitchFamily="49" charset="0"/>
              </a:rPr>
              <a:t>();</a:t>
            </a:r>
          </a:p>
          <a:p>
            <a:pPr marL="0" indent="0">
              <a:lnSpc>
                <a:spcPct val="120000"/>
              </a:lnSpc>
              <a:spcAft>
                <a:spcPts val="600"/>
              </a:spcAft>
              <a:buNone/>
            </a:pPr>
            <a:r>
              <a:rPr lang="en-US" sz="1800" dirty="0" err="1">
                <a:solidFill>
                  <a:srgbClr val="000000"/>
                </a:solidFill>
                <a:latin typeface="Consolas" panose="020B0609020204030204" pitchFamily="49" charset="0"/>
              </a:rPr>
              <a:t>animals.add</a:t>
            </a:r>
            <a:r>
              <a:rPr lang="en-US" sz="1800" dirty="0">
                <a:solidFill>
                  <a:srgbClr val="000000"/>
                </a:solidFill>
                <a:latin typeface="Consolas" panose="020B0609020204030204" pitchFamily="49" charset="0"/>
              </a:rPr>
              <a:t>(new Parrot());</a:t>
            </a:r>
          </a:p>
          <a:p>
            <a:pPr marL="0" indent="0">
              <a:lnSpc>
                <a:spcPct val="120000"/>
              </a:lnSpc>
              <a:spcAft>
                <a:spcPts val="600"/>
              </a:spcAft>
              <a:buNone/>
            </a:pPr>
            <a:r>
              <a:rPr lang="en-US" sz="1800" dirty="0" err="1">
                <a:solidFill>
                  <a:srgbClr val="000000"/>
                </a:solidFill>
                <a:latin typeface="Consolas" panose="020B0609020204030204" pitchFamily="49" charset="0"/>
              </a:rPr>
              <a:t>addMammals</a:t>
            </a:r>
            <a:r>
              <a:rPr lang="en-US" sz="1800" dirty="0">
                <a:solidFill>
                  <a:srgbClr val="000000"/>
                </a:solidFill>
                <a:latin typeface="Consolas" panose="020B0609020204030204" pitchFamily="49" charset="0"/>
              </a:rPr>
              <a:t>(animals);</a:t>
            </a:r>
          </a:p>
          <a:p>
            <a:pPr marL="0" indent="0">
              <a:lnSpc>
                <a:spcPct val="120000"/>
              </a:lnSpc>
              <a:spcAft>
                <a:spcPts val="600"/>
              </a:spcAft>
              <a:buNone/>
            </a:pPr>
            <a:r>
              <a:rPr lang="en-US" sz="1800" dirty="0" err="1">
                <a:solidFill>
                  <a:srgbClr val="000000"/>
                </a:solidFill>
                <a:latin typeface="Consolas" panose="020B0609020204030204" pitchFamily="49" charset="0"/>
              </a:rPr>
              <a:t>System.out.println</a:t>
            </a:r>
            <a:r>
              <a:rPr lang="en-US" sz="1800" dirty="0">
                <a:solidFill>
                  <a:srgbClr val="000000"/>
                </a:solidFill>
                <a:latin typeface="Consolas" panose="020B0609020204030204" pitchFamily="49" charset="0"/>
              </a:rPr>
              <a:t>(animals);</a:t>
            </a:r>
          </a:p>
          <a:p>
            <a:pPr marL="0" indent="0">
              <a:lnSpc>
                <a:spcPct val="120000"/>
              </a:lnSpc>
              <a:spcAft>
                <a:spcPts val="600"/>
              </a:spcAft>
              <a:buNone/>
            </a:pPr>
            <a:endParaRPr lang="he-IL" sz="1800" dirty="0"/>
          </a:p>
        </p:txBody>
      </p:sp>
      <p:sp>
        <p:nvSpPr>
          <p:cNvPr id="8" name="TextBox 7">
            <a:extLst>
              <a:ext uri="{FF2B5EF4-FFF2-40B4-BE49-F238E27FC236}">
                <a16:creationId xmlns:a16="http://schemas.microsoft.com/office/drawing/2014/main" id="{2838DB4A-360C-4615-8205-243B21EEC0E7}"/>
              </a:ext>
            </a:extLst>
          </p:cNvPr>
          <p:cNvSpPr txBox="1"/>
          <p:nvPr/>
        </p:nvSpPr>
        <p:spPr>
          <a:xfrm>
            <a:off x="3272953" y="5554807"/>
            <a:ext cx="2613472" cy="369332"/>
          </a:xfrm>
          <a:prstGeom prst="rect">
            <a:avLst/>
          </a:prstGeom>
          <a:noFill/>
        </p:spPr>
        <p:txBody>
          <a:bodyPr wrap="none" rtlCol="1">
            <a:spAutoFit/>
          </a:bodyPr>
          <a:lstStyle/>
          <a:p>
            <a:pPr algn="r" rtl="1"/>
            <a:r>
              <a:rPr lang="he-IL" dirty="0">
                <a:solidFill>
                  <a:srgbClr val="FF0000"/>
                </a:solidFill>
                <a:latin typeface="Arial"/>
                <a:cs typeface="Arial"/>
              </a:rPr>
              <a:t>פלט: </a:t>
            </a:r>
            <a:r>
              <a:rPr lang="en-US" dirty="0">
                <a:solidFill>
                  <a:srgbClr val="FF0000"/>
                </a:solidFill>
              </a:rPr>
              <a:t>[Parrot, Cow, Sheep]</a:t>
            </a:r>
            <a:endParaRPr lang="he-IL" dirty="0">
              <a:solidFill>
                <a:srgbClr val="FF0000"/>
              </a:solidFill>
              <a:latin typeface="Arial"/>
              <a:cs typeface="Arial"/>
            </a:endParaRPr>
          </a:p>
        </p:txBody>
      </p:sp>
      <p:sp>
        <p:nvSpPr>
          <p:cNvPr id="7" name="Date Placeholder 6">
            <a:extLst>
              <a:ext uri="{FF2B5EF4-FFF2-40B4-BE49-F238E27FC236}">
                <a16:creationId xmlns:a16="http://schemas.microsoft.com/office/drawing/2014/main" id="{B2157D3A-E326-402C-993F-B2294386C8B3}"/>
              </a:ext>
            </a:extLst>
          </p:cNvPr>
          <p:cNvSpPr>
            <a:spLocks noGrp="1"/>
          </p:cNvSpPr>
          <p:nvPr>
            <p:ph type="dt" sz="half" idx="10"/>
          </p:nvPr>
        </p:nvSpPr>
        <p:spPr/>
        <p:txBody>
          <a:bodyPr/>
          <a:lstStyle/>
          <a:p>
            <a:fld id="{3037CBA2-BC54-4A1B-A411-C2F68CDB71E7}" type="datetime8">
              <a:rPr lang="he-IL" smtClean="0"/>
              <a:t>19 אפריל 26</a:t>
            </a:fld>
            <a:endParaRPr lang="en-US" dirty="0"/>
          </a:p>
        </p:txBody>
      </p:sp>
      <p:sp>
        <p:nvSpPr>
          <p:cNvPr id="9" name="Footer Placeholder 8">
            <a:extLst>
              <a:ext uri="{FF2B5EF4-FFF2-40B4-BE49-F238E27FC236}">
                <a16:creationId xmlns:a16="http://schemas.microsoft.com/office/drawing/2014/main" id="{4FB37E05-F472-4013-85F2-7CB6E7CE9F6F}"/>
              </a:ext>
            </a:extLst>
          </p:cNvPr>
          <p:cNvSpPr>
            <a:spLocks noGrp="1"/>
          </p:cNvSpPr>
          <p:nvPr>
            <p:ph type="ftr" sz="quarter" idx="11"/>
          </p:nvPr>
        </p:nvSpPr>
        <p:spPr/>
        <p:txBody>
          <a:bodyPr/>
          <a:lstStyle/>
          <a:p>
            <a:r>
              <a:rPr lang="he-IL"/>
              <a:t>עיצוב ותכנות מונחה עצמים מתקדם</a:t>
            </a:r>
            <a:endParaRPr lang="en-US"/>
          </a:p>
        </p:txBody>
      </p:sp>
      <p:sp>
        <p:nvSpPr>
          <p:cNvPr id="10" name="Slide Number Placeholder 9">
            <a:extLst>
              <a:ext uri="{FF2B5EF4-FFF2-40B4-BE49-F238E27FC236}">
                <a16:creationId xmlns:a16="http://schemas.microsoft.com/office/drawing/2014/main" id="{AEF31832-84FC-4119-9FC4-338620191F55}"/>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31</a:t>
            </a:fld>
            <a:endParaRPr kumimoji="0" lang="en-US" dirty="0"/>
          </a:p>
        </p:txBody>
      </p:sp>
      <p:grpSp>
        <p:nvGrpSpPr>
          <p:cNvPr id="11" name="Group 4">
            <a:extLst>
              <a:ext uri="{FF2B5EF4-FFF2-40B4-BE49-F238E27FC236}">
                <a16:creationId xmlns:a16="http://schemas.microsoft.com/office/drawing/2014/main" id="{74ABB9A1-3699-4E15-A3A7-DD8462B67AD9}"/>
              </a:ext>
            </a:extLst>
          </p:cNvPr>
          <p:cNvGrpSpPr>
            <a:grpSpLocks noChangeAspect="1"/>
          </p:cNvGrpSpPr>
          <p:nvPr/>
        </p:nvGrpSpPr>
        <p:grpSpPr bwMode="auto">
          <a:xfrm>
            <a:off x="6372423" y="2252663"/>
            <a:ext cx="2232025" cy="3973512"/>
            <a:chOff x="3696" y="1419"/>
            <a:chExt cx="1406" cy="2503"/>
          </a:xfrm>
        </p:grpSpPr>
        <p:sp>
          <p:nvSpPr>
            <p:cNvPr id="13" name="AutoShape 3">
              <a:extLst>
                <a:ext uri="{FF2B5EF4-FFF2-40B4-BE49-F238E27FC236}">
                  <a16:creationId xmlns:a16="http://schemas.microsoft.com/office/drawing/2014/main" id="{6CD4EEF8-22C0-4339-ADD3-895CBAA9B05F}"/>
                </a:ext>
              </a:extLst>
            </p:cNvPr>
            <p:cNvSpPr>
              <a:spLocks noChangeAspect="1" noChangeArrowheads="1" noTextEdit="1"/>
            </p:cNvSpPr>
            <p:nvPr/>
          </p:nvSpPr>
          <p:spPr bwMode="auto">
            <a:xfrm>
              <a:off x="3696" y="1419"/>
              <a:ext cx="1398" cy="2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 name="Rectangle 5">
              <a:extLst>
                <a:ext uri="{FF2B5EF4-FFF2-40B4-BE49-F238E27FC236}">
                  <a16:creationId xmlns:a16="http://schemas.microsoft.com/office/drawing/2014/main" id="{2F8CD77C-79D3-4B4E-8394-EE9E9E5318A2}"/>
                </a:ext>
              </a:extLst>
            </p:cNvPr>
            <p:cNvSpPr>
              <a:spLocks noChangeArrowheads="1"/>
            </p:cNvSpPr>
            <p:nvPr/>
          </p:nvSpPr>
          <p:spPr bwMode="auto">
            <a:xfrm>
              <a:off x="3696" y="1419"/>
              <a:ext cx="1406" cy="2503"/>
            </a:xfrm>
            <a:prstGeom prst="rect">
              <a:avLst/>
            </a:prstGeom>
            <a:noFill/>
            <a:ln w="11113">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5" name="Rectangle 6">
              <a:extLst>
                <a:ext uri="{FF2B5EF4-FFF2-40B4-BE49-F238E27FC236}">
                  <a16:creationId xmlns:a16="http://schemas.microsoft.com/office/drawing/2014/main" id="{45DED004-8994-4C76-847F-2FDF08965C25}"/>
                </a:ext>
              </a:extLst>
            </p:cNvPr>
            <p:cNvSpPr>
              <a:spLocks noChangeArrowheads="1"/>
            </p:cNvSpPr>
            <p:nvPr/>
          </p:nvSpPr>
          <p:spPr bwMode="auto">
            <a:xfrm>
              <a:off x="3783" y="1506"/>
              <a:ext cx="1231" cy="563"/>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16" name="Rectangle 7">
              <a:extLst>
                <a:ext uri="{FF2B5EF4-FFF2-40B4-BE49-F238E27FC236}">
                  <a16:creationId xmlns:a16="http://schemas.microsoft.com/office/drawing/2014/main" id="{36989514-9E23-4E21-9FF0-3ECA693F7E32}"/>
                </a:ext>
              </a:extLst>
            </p:cNvPr>
            <p:cNvSpPr>
              <a:spLocks noChangeArrowheads="1"/>
            </p:cNvSpPr>
            <p:nvPr/>
          </p:nvSpPr>
          <p:spPr bwMode="auto">
            <a:xfrm>
              <a:off x="3783" y="2061"/>
              <a:ext cx="1231" cy="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7" name="Rectangle 8">
              <a:extLst>
                <a:ext uri="{FF2B5EF4-FFF2-40B4-BE49-F238E27FC236}">
                  <a16:creationId xmlns:a16="http://schemas.microsoft.com/office/drawing/2014/main" id="{21B6CB21-0DA6-4CDD-B2D2-1AFE8E38EEB8}"/>
                </a:ext>
              </a:extLst>
            </p:cNvPr>
            <p:cNvSpPr>
              <a:spLocks noChangeArrowheads="1"/>
            </p:cNvSpPr>
            <p:nvPr/>
          </p:nvSpPr>
          <p:spPr bwMode="auto">
            <a:xfrm>
              <a:off x="3783" y="2053"/>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8" name="Rectangle 9">
              <a:extLst>
                <a:ext uri="{FF2B5EF4-FFF2-40B4-BE49-F238E27FC236}">
                  <a16:creationId xmlns:a16="http://schemas.microsoft.com/office/drawing/2014/main" id="{5FB85FF0-DC10-4372-B5C0-2FBF49545D4C}"/>
                </a:ext>
              </a:extLst>
            </p:cNvPr>
            <p:cNvSpPr>
              <a:spLocks noChangeArrowheads="1"/>
            </p:cNvSpPr>
            <p:nvPr/>
          </p:nvSpPr>
          <p:spPr bwMode="auto">
            <a:xfrm>
              <a:off x="3783" y="2045"/>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9" name="Rectangle 10">
              <a:extLst>
                <a:ext uri="{FF2B5EF4-FFF2-40B4-BE49-F238E27FC236}">
                  <a16:creationId xmlns:a16="http://schemas.microsoft.com/office/drawing/2014/main" id="{B7107843-E271-49C4-9F63-A873C2079F9A}"/>
                </a:ext>
              </a:extLst>
            </p:cNvPr>
            <p:cNvSpPr>
              <a:spLocks noChangeArrowheads="1"/>
            </p:cNvSpPr>
            <p:nvPr/>
          </p:nvSpPr>
          <p:spPr bwMode="auto">
            <a:xfrm>
              <a:off x="3783" y="2037"/>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0" name="Rectangle 11">
              <a:extLst>
                <a:ext uri="{FF2B5EF4-FFF2-40B4-BE49-F238E27FC236}">
                  <a16:creationId xmlns:a16="http://schemas.microsoft.com/office/drawing/2014/main" id="{3367C090-6E07-498E-A69A-7238C77B7AC0}"/>
                </a:ext>
              </a:extLst>
            </p:cNvPr>
            <p:cNvSpPr>
              <a:spLocks noChangeArrowheads="1"/>
            </p:cNvSpPr>
            <p:nvPr/>
          </p:nvSpPr>
          <p:spPr bwMode="auto">
            <a:xfrm>
              <a:off x="3783" y="2029"/>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1" name="Rectangle 12">
              <a:extLst>
                <a:ext uri="{FF2B5EF4-FFF2-40B4-BE49-F238E27FC236}">
                  <a16:creationId xmlns:a16="http://schemas.microsoft.com/office/drawing/2014/main" id="{373F9CBC-303E-4C8F-89D5-1B14B4B40E82}"/>
                </a:ext>
              </a:extLst>
            </p:cNvPr>
            <p:cNvSpPr>
              <a:spLocks noChangeArrowheads="1"/>
            </p:cNvSpPr>
            <p:nvPr/>
          </p:nvSpPr>
          <p:spPr bwMode="auto">
            <a:xfrm>
              <a:off x="3783" y="2021"/>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2" name="Rectangle 13">
              <a:extLst>
                <a:ext uri="{FF2B5EF4-FFF2-40B4-BE49-F238E27FC236}">
                  <a16:creationId xmlns:a16="http://schemas.microsoft.com/office/drawing/2014/main" id="{E70502BD-70EB-4E77-8FA9-6CE4B5635CA8}"/>
                </a:ext>
              </a:extLst>
            </p:cNvPr>
            <p:cNvSpPr>
              <a:spLocks noChangeArrowheads="1"/>
            </p:cNvSpPr>
            <p:nvPr/>
          </p:nvSpPr>
          <p:spPr bwMode="auto">
            <a:xfrm>
              <a:off x="3783" y="2013"/>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3" name="Rectangle 14">
              <a:extLst>
                <a:ext uri="{FF2B5EF4-FFF2-40B4-BE49-F238E27FC236}">
                  <a16:creationId xmlns:a16="http://schemas.microsoft.com/office/drawing/2014/main" id="{59E6B4AC-77BC-4B59-9440-51CA7638B405}"/>
                </a:ext>
              </a:extLst>
            </p:cNvPr>
            <p:cNvSpPr>
              <a:spLocks noChangeArrowheads="1"/>
            </p:cNvSpPr>
            <p:nvPr/>
          </p:nvSpPr>
          <p:spPr bwMode="auto">
            <a:xfrm>
              <a:off x="3783" y="2005"/>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4" name="Rectangle 15">
              <a:extLst>
                <a:ext uri="{FF2B5EF4-FFF2-40B4-BE49-F238E27FC236}">
                  <a16:creationId xmlns:a16="http://schemas.microsoft.com/office/drawing/2014/main" id="{3012BAA1-8591-4348-8195-592A6338D03C}"/>
                </a:ext>
              </a:extLst>
            </p:cNvPr>
            <p:cNvSpPr>
              <a:spLocks noChangeArrowheads="1"/>
            </p:cNvSpPr>
            <p:nvPr/>
          </p:nvSpPr>
          <p:spPr bwMode="auto">
            <a:xfrm>
              <a:off x="3783" y="1997"/>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5" name="Rectangle 16">
              <a:extLst>
                <a:ext uri="{FF2B5EF4-FFF2-40B4-BE49-F238E27FC236}">
                  <a16:creationId xmlns:a16="http://schemas.microsoft.com/office/drawing/2014/main" id="{8DDB4A4E-4E75-4042-978B-EDA1562F5E4F}"/>
                </a:ext>
              </a:extLst>
            </p:cNvPr>
            <p:cNvSpPr>
              <a:spLocks noChangeArrowheads="1"/>
            </p:cNvSpPr>
            <p:nvPr/>
          </p:nvSpPr>
          <p:spPr bwMode="auto">
            <a:xfrm>
              <a:off x="3783" y="1989"/>
              <a:ext cx="1231" cy="8"/>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6" name="Rectangle 17">
              <a:extLst>
                <a:ext uri="{FF2B5EF4-FFF2-40B4-BE49-F238E27FC236}">
                  <a16:creationId xmlns:a16="http://schemas.microsoft.com/office/drawing/2014/main" id="{9C361B51-18F4-4F2C-8225-FA0167112D7E}"/>
                </a:ext>
              </a:extLst>
            </p:cNvPr>
            <p:cNvSpPr>
              <a:spLocks noChangeArrowheads="1"/>
            </p:cNvSpPr>
            <p:nvPr/>
          </p:nvSpPr>
          <p:spPr bwMode="auto">
            <a:xfrm>
              <a:off x="3783" y="1981"/>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7" name="Rectangle 18">
              <a:extLst>
                <a:ext uri="{FF2B5EF4-FFF2-40B4-BE49-F238E27FC236}">
                  <a16:creationId xmlns:a16="http://schemas.microsoft.com/office/drawing/2014/main" id="{506852E8-97F9-474A-AF53-E0D1FC22AC02}"/>
                </a:ext>
              </a:extLst>
            </p:cNvPr>
            <p:cNvSpPr>
              <a:spLocks noChangeArrowheads="1"/>
            </p:cNvSpPr>
            <p:nvPr/>
          </p:nvSpPr>
          <p:spPr bwMode="auto">
            <a:xfrm>
              <a:off x="3783" y="1973"/>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8" name="Rectangle 19">
              <a:extLst>
                <a:ext uri="{FF2B5EF4-FFF2-40B4-BE49-F238E27FC236}">
                  <a16:creationId xmlns:a16="http://schemas.microsoft.com/office/drawing/2014/main" id="{3AC7E68B-E080-471D-8AB3-92F58C4F0375}"/>
                </a:ext>
              </a:extLst>
            </p:cNvPr>
            <p:cNvSpPr>
              <a:spLocks noChangeArrowheads="1"/>
            </p:cNvSpPr>
            <p:nvPr/>
          </p:nvSpPr>
          <p:spPr bwMode="auto">
            <a:xfrm>
              <a:off x="3783" y="1966"/>
              <a:ext cx="1231" cy="7"/>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29" name="Rectangle 20">
              <a:extLst>
                <a:ext uri="{FF2B5EF4-FFF2-40B4-BE49-F238E27FC236}">
                  <a16:creationId xmlns:a16="http://schemas.microsoft.com/office/drawing/2014/main" id="{211FE03D-F680-4621-AAE3-462E316953DB}"/>
                </a:ext>
              </a:extLst>
            </p:cNvPr>
            <p:cNvSpPr>
              <a:spLocks noChangeArrowheads="1"/>
            </p:cNvSpPr>
            <p:nvPr/>
          </p:nvSpPr>
          <p:spPr bwMode="auto">
            <a:xfrm>
              <a:off x="3783" y="1958"/>
              <a:ext cx="1231" cy="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0" name="Rectangle 21">
              <a:extLst>
                <a:ext uri="{FF2B5EF4-FFF2-40B4-BE49-F238E27FC236}">
                  <a16:creationId xmlns:a16="http://schemas.microsoft.com/office/drawing/2014/main" id="{FB1C4D1B-C5B9-4C5D-8F35-6833E005446F}"/>
                </a:ext>
              </a:extLst>
            </p:cNvPr>
            <p:cNvSpPr>
              <a:spLocks noChangeArrowheads="1"/>
            </p:cNvSpPr>
            <p:nvPr/>
          </p:nvSpPr>
          <p:spPr bwMode="auto">
            <a:xfrm>
              <a:off x="3783" y="1950"/>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1" name="Rectangle 22">
              <a:extLst>
                <a:ext uri="{FF2B5EF4-FFF2-40B4-BE49-F238E27FC236}">
                  <a16:creationId xmlns:a16="http://schemas.microsoft.com/office/drawing/2014/main" id="{E06903EA-4173-4265-9E8C-F2A8A5F1023D}"/>
                </a:ext>
              </a:extLst>
            </p:cNvPr>
            <p:cNvSpPr>
              <a:spLocks noChangeArrowheads="1"/>
            </p:cNvSpPr>
            <p:nvPr/>
          </p:nvSpPr>
          <p:spPr bwMode="auto">
            <a:xfrm>
              <a:off x="3783" y="1506"/>
              <a:ext cx="1231" cy="563"/>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32" name="Rectangle 23">
              <a:extLst>
                <a:ext uri="{FF2B5EF4-FFF2-40B4-BE49-F238E27FC236}">
                  <a16:creationId xmlns:a16="http://schemas.microsoft.com/office/drawing/2014/main" id="{2D92AE3A-943B-4A01-8225-D1971454AD35}"/>
                </a:ext>
              </a:extLst>
            </p:cNvPr>
            <p:cNvSpPr>
              <a:spLocks noChangeArrowheads="1"/>
            </p:cNvSpPr>
            <p:nvPr/>
          </p:nvSpPr>
          <p:spPr bwMode="auto">
            <a:xfrm>
              <a:off x="3783" y="1672"/>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3" name="Rectangle 24">
              <a:extLst>
                <a:ext uri="{FF2B5EF4-FFF2-40B4-BE49-F238E27FC236}">
                  <a16:creationId xmlns:a16="http://schemas.microsoft.com/office/drawing/2014/main" id="{E11155B4-55A1-43EC-AFE1-775BDEB802C5}"/>
                </a:ext>
              </a:extLst>
            </p:cNvPr>
            <p:cNvSpPr>
              <a:spLocks noChangeArrowheads="1"/>
            </p:cNvSpPr>
            <p:nvPr/>
          </p:nvSpPr>
          <p:spPr bwMode="auto">
            <a:xfrm>
              <a:off x="3783" y="1665"/>
              <a:ext cx="1231" cy="7"/>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4" name="Rectangle 25">
              <a:extLst>
                <a:ext uri="{FF2B5EF4-FFF2-40B4-BE49-F238E27FC236}">
                  <a16:creationId xmlns:a16="http://schemas.microsoft.com/office/drawing/2014/main" id="{7A5167EE-1003-499E-8271-31871B7037A2}"/>
                </a:ext>
              </a:extLst>
            </p:cNvPr>
            <p:cNvSpPr>
              <a:spLocks noChangeArrowheads="1"/>
            </p:cNvSpPr>
            <p:nvPr/>
          </p:nvSpPr>
          <p:spPr bwMode="auto">
            <a:xfrm>
              <a:off x="3783" y="1657"/>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5" name="Rectangle 26">
              <a:extLst>
                <a:ext uri="{FF2B5EF4-FFF2-40B4-BE49-F238E27FC236}">
                  <a16:creationId xmlns:a16="http://schemas.microsoft.com/office/drawing/2014/main" id="{D3CEDB43-1160-4DD3-83FE-02511DDFEB3B}"/>
                </a:ext>
              </a:extLst>
            </p:cNvPr>
            <p:cNvSpPr>
              <a:spLocks noChangeArrowheads="1"/>
            </p:cNvSpPr>
            <p:nvPr/>
          </p:nvSpPr>
          <p:spPr bwMode="auto">
            <a:xfrm>
              <a:off x="3783" y="1649"/>
              <a:ext cx="1231" cy="8"/>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6" name="Rectangle 27">
              <a:extLst>
                <a:ext uri="{FF2B5EF4-FFF2-40B4-BE49-F238E27FC236}">
                  <a16:creationId xmlns:a16="http://schemas.microsoft.com/office/drawing/2014/main" id="{4A14E94F-B7AA-452C-8593-50B271FFBE62}"/>
                </a:ext>
              </a:extLst>
            </p:cNvPr>
            <p:cNvSpPr>
              <a:spLocks noChangeArrowheads="1"/>
            </p:cNvSpPr>
            <p:nvPr/>
          </p:nvSpPr>
          <p:spPr bwMode="auto">
            <a:xfrm>
              <a:off x="3783" y="1641"/>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7" name="Rectangle 28">
              <a:extLst>
                <a:ext uri="{FF2B5EF4-FFF2-40B4-BE49-F238E27FC236}">
                  <a16:creationId xmlns:a16="http://schemas.microsoft.com/office/drawing/2014/main" id="{1B79F04C-1F8E-410B-B5D4-BD25A891F5B2}"/>
                </a:ext>
              </a:extLst>
            </p:cNvPr>
            <p:cNvSpPr>
              <a:spLocks noChangeArrowheads="1"/>
            </p:cNvSpPr>
            <p:nvPr/>
          </p:nvSpPr>
          <p:spPr bwMode="auto">
            <a:xfrm>
              <a:off x="3783" y="1633"/>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8" name="Rectangle 29">
              <a:extLst>
                <a:ext uri="{FF2B5EF4-FFF2-40B4-BE49-F238E27FC236}">
                  <a16:creationId xmlns:a16="http://schemas.microsoft.com/office/drawing/2014/main" id="{4FB5BE5C-920A-4291-B6E0-B75B9DD2F0DC}"/>
                </a:ext>
              </a:extLst>
            </p:cNvPr>
            <p:cNvSpPr>
              <a:spLocks noChangeArrowheads="1"/>
            </p:cNvSpPr>
            <p:nvPr/>
          </p:nvSpPr>
          <p:spPr bwMode="auto">
            <a:xfrm>
              <a:off x="3783" y="1625"/>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39" name="Rectangle 30">
              <a:extLst>
                <a:ext uri="{FF2B5EF4-FFF2-40B4-BE49-F238E27FC236}">
                  <a16:creationId xmlns:a16="http://schemas.microsoft.com/office/drawing/2014/main" id="{516E4B71-629F-4C4A-9CE7-5143C64EB96A}"/>
                </a:ext>
              </a:extLst>
            </p:cNvPr>
            <p:cNvSpPr>
              <a:spLocks noChangeArrowheads="1"/>
            </p:cNvSpPr>
            <p:nvPr/>
          </p:nvSpPr>
          <p:spPr bwMode="auto">
            <a:xfrm>
              <a:off x="3783" y="1617"/>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0" name="Rectangle 31">
              <a:extLst>
                <a:ext uri="{FF2B5EF4-FFF2-40B4-BE49-F238E27FC236}">
                  <a16:creationId xmlns:a16="http://schemas.microsoft.com/office/drawing/2014/main" id="{C898C308-50B3-4A57-A8B8-1C2414155D8D}"/>
                </a:ext>
              </a:extLst>
            </p:cNvPr>
            <p:cNvSpPr>
              <a:spLocks noChangeArrowheads="1"/>
            </p:cNvSpPr>
            <p:nvPr/>
          </p:nvSpPr>
          <p:spPr bwMode="auto">
            <a:xfrm>
              <a:off x="3783" y="1609"/>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1" name="Rectangle 32">
              <a:extLst>
                <a:ext uri="{FF2B5EF4-FFF2-40B4-BE49-F238E27FC236}">
                  <a16:creationId xmlns:a16="http://schemas.microsoft.com/office/drawing/2014/main" id="{870D23B1-17A4-4208-B6D7-77CDC0DB3FA3}"/>
                </a:ext>
              </a:extLst>
            </p:cNvPr>
            <p:cNvSpPr>
              <a:spLocks noChangeArrowheads="1"/>
            </p:cNvSpPr>
            <p:nvPr/>
          </p:nvSpPr>
          <p:spPr bwMode="auto">
            <a:xfrm>
              <a:off x="3783" y="1601"/>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2" name="Rectangle 33">
              <a:extLst>
                <a:ext uri="{FF2B5EF4-FFF2-40B4-BE49-F238E27FC236}">
                  <a16:creationId xmlns:a16="http://schemas.microsoft.com/office/drawing/2014/main" id="{FBFC1DCA-16A5-4197-8641-FFCF0AF995FB}"/>
                </a:ext>
              </a:extLst>
            </p:cNvPr>
            <p:cNvSpPr>
              <a:spLocks noChangeArrowheads="1"/>
            </p:cNvSpPr>
            <p:nvPr/>
          </p:nvSpPr>
          <p:spPr bwMode="auto">
            <a:xfrm>
              <a:off x="3783" y="1593"/>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3" name="Rectangle 34">
              <a:extLst>
                <a:ext uri="{FF2B5EF4-FFF2-40B4-BE49-F238E27FC236}">
                  <a16:creationId xmlns:a16="http://schemas.microsoft.com/office/drawing/2014/main" id="{7D3E5057-E227-4862-B833-14CE7DF6E168}"/>
                </a:ext>
              </a:extLst>
            </p:cNvPr>
            <p:cNvSpPr>
              <a:spLocks noChangeArrowheads="1"/>
            </p:cNvSpPr>
            <p:nvPr/>
          </p:nvSpPr>
          <p:spPr bwMode="auto">
            <a:xfrm>
              <a:off x="3783" y="1585"/>
              <a:ext cx="1231" cy="8"/>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4" name="Rectangle 35">
              <a:extLst>
                <a:ext uri="{FF2B5EF4-FFF2-40B4-BE49-F238E27FC236}">
                  <a16:creationId xmlns:a16="http://schemas.microsoft.com/office/drawing/2014/main" id="{86E81C0C-87BE-472A-A780-3CFC66FBA2FE}"/>
                </a:ext>
              </a:extLst>
            </p:cNvPr>
            <p:cNvSpPr>
              <a:spLocks noChangeArrowheads="1"/>
            </p:cNvSpPr>
            <p:nvPr/>
          </p:nvSpPr>
          <p:spPr bwMode="auto">
            <a:xfrm>
              <a:off x="3783" y="1577"/>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5" name="Rectangle 36">
              <a:extLst>
                <a:ext uri="{FF2B5EF4-FFF2-40B4-BE49-F238E27FC236}">
                  <a16:creationId xmlns:a16="http://schemas.microsoft.com/office/drawing/2014/main" id="{A3F564A6-6DC4-4BB7-8239-DC270B7D2D05}"/>
                </a:ext>
              </a:extLst>
            </p:cNvPr>
            <p:cNvSpPr>
              <a:spLocks noChangeArrowheads="1"/>
            </p:cNvSpPr>
            <p:nvPr/>
          </p:nvSpPr>
          <p:spPr bwMode="auto">
            <a:xfrm>
              <a:off x="3783" y="1570"/>
              <a:ext cx="1231" cy="7"/>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6" name="Rectangle 37">
              <a:extLst>
                <a:ext uri="{FF2B5EF4-FFF2-40B4-BE49-F238E27FC236}">
                  <a16:creationId xmlns:a16="http://schemas.microsoft.com/office/drawing/2014/main" id="{4159F7ED-9285-4054-BB02-694EBDB776EE}"/>
                </a:ext>
              </a:extLst>
            </p:cNvPr>
            <p:cNvSpPr>
              <a:spLocks noChangeArrowheads="1"/>
            </p:cNvSpPr>
            <p:nvPr/>
          </p:nvSpPr>
          <p:spPr bwMode="auto">
            <a:xfrm>
              <a:off x="3783" y="1562"/>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7" name="Rectangle 38">
              <a:extLst>
                <a:ext uri="{FF2B5EF4-FFF2-40B4-BE49-F238E27FC236}">
                  <a16:creationId xmlns:a16="http://schemas.microsoft.com/office/drawing/2014/main" id="{48CED75F-D36D-4D41-9FC5-0D74BFC2A81F}"/>
                </a:ext>
              </a:extLst>
            </p:cNvPr>
            <p:cNvSpPr>
              <a:spLocks noChangeArrowheads="1"/>
            </p:cNvSpPr>
            <p:nvPr/>
          </p:nvSpPr>
          <p:spPr bwMode="auto">
            <a:xfrm>
              <a:off x="3783" y="1554"/>
              <a:ext cx="1231" cy="8"/>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8" name="Rectangle 39">
              <a:extLst>
                <a:ext uri="{FF2B5EF4-FFF2-40B4-BE49-F238E27FC236}">
                  <a16:creationId xmlns:a16="http://schemas.microsoft.com/office/drawing/2014/main" id="{B1C6A1C8-C52E-4189-8AF0-7C82C0B908CF}"/>
                </a:ext>
              </a:extLst>
            </p:cNvPr>
            <p:cNvSpPr>
              <a:spLocks noChangeArrowheads="1"/>
            </p:cNvSpPr>
            <p:nvPr/>
          </p:nvSpPr>
          <p:spPr bwMode="auto">
            <a:xfrm>
              <a:off x="3783" y="1546"/>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49" name="Rectangle 40">
              <a:extLst>
                <a:ext uri="{FF2B5EF4-FFF2-40B4-BE49-F238E27FC236}">
                  <a16:creationId xmlns:a16="http://schemas.microsoft.com/office/drawing/2014/main" id="{D6D89682-9888-4EEA-ADBB-17E05CBE9C98}"/>
                </a:ext>
              </a:extLst>
            </p:cNvPr>
            <p:cNvSpPr>
              <a:spLocks noChangeArrowheads="1"/>
            </p:cNvSpPr>
            <p:nvPr/>
          </p:nvSpPr>
          <p:spPr bwMode="auto">
            <a:xfrm>
              <a:off x="3783" y="1538"/>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0" name="Rectangle 41">
              <a:extLst>
                <a:ext uri="{FF2B5EF4-FFF2-40B4-BE49-F238E27FC236}">
                  <a16:creationId xmlns:a16="http://schemas.microsoft.com/office/drawing/2014/main" id="{579FA6D8-FE03-4F40-95E3-EF5DE76DEF33}"/>
                </a:ext>
              </a:extLst>
            </p:cNvPr>
            <p:cNvSpPr>
              <a:spLocks noChangeArrowheads="1"/>
            </p:cNvSpPr>
            <p:nvPr/>
          </p:nvSpPr>
          <p:spPr bwMode="auto">
            <a:xfrm>
              <a:off x="3783" y="1530"/>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1" name="Rectangle 42">
              <a:extLst>
                <a:ext uri="{FF2B5EF4-FFF2-40B4-BE49-F238E27FC236}">
                  <a16:creationId xmlns:a16="http://schemas.microsoft.com/office/drawing/2014/main" id="{C0E28415-F3D4-460E-8D37-1921155702BF}"/>
                </a:ext>
              </a:extLst>
            </p:cNvPr>
            <p:cNvSpPr>
              <a:spLocks noChangeArrowheads="1"/>
            </p:cNvSpPr>
            <p:nvPr/>
          </p:nvSpPr>
          <p:spPr bwMode="auto">
            <a:xfrm>
              <a:off x="3783" y="1522"/>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2" name="Rectangle 43">
              <a:extLst>
                <a:ext uri="{FF2B5EF4-FFF2-40B4-BE49-F238E27FC236}">
                  <a16:creationId xmlns:a16="http://schemas.microsoft.com/office/drawing/2014/main" id="{BEB5DA50-73D2-4EC2-91CE-F67A69A0FFA2}"/>
                </a:ext>
              </a:extLst>
            </p:cNvPr>
            <p:cNvSpPr>
              <a:spLocks noChangeArrowheads="1"/>
            </p:cNvSpPr>
            <p:nvPr/>
          </p:nvSpPr>
          <p:spPr bwMode="auto">
            <a:xfrm>
              <a:off x="3783" y="1514"/>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3" name="Rectangle 44">
              <a:extLst>
                <a:ext uri="{FF2B5EF4-FFF2-40B4-BE49-F238E27FC236}">
                  <a16:creationId xmlns:a16="http://schemas.microsoft.com/office/drawing/2014/main" id="{BB05B353-3EC5-4EDE-BC4E-6E67A25A669C}"/>
                </a:ext>
              </a:extLst>
            </p:cNvPr>
            <p:cNvSpPr>
              <a:spLocks noChangeArrowheads="1"/>
            </p:cNvSpPr>
            <p:nvPr/>
          </p:nvSpPr>
          <p:spPr bwMode="auto">
            <a:xfrm>
              <a:off x="3783" y="1506"/>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4" name="Rectangle 45">
              <a:extLst>
                <a:ext uri="{FF2B5EF4-FFF2-40B4-BE49-F238E27FC236}">
                  <a16:creationId xmlns:a16="http://schemas.microsoft.com/office/drawing/2014/main" id="{B91AAF78-581D-452A-AAE8-438689B85850}"/>
                </a:ext>
              </a:extLst>
            </p:cNvPr>
            <p:cNvSpPr>
              <a:spLocks noChangeArrowheads="1"/>
            </p:cNvSpPr>
            <p:nvPr/>
          </p:nvSpPr>
          <p:spPr bwMode="auto">
            <a:xfrm>
              <a:off x="3783" y="1506"/>
              <a:ext cx="1231" cy="563"/>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55" name="Rectangle 46">
              <a:extLst>
                <a:ext uri="{FF2B5EF4-FFF2-40B4-BE49-F238E27FC236}">
                  <a16:creationId xmlns:a16="http://schemas.microsoft.com/office/drawing/2014/main" id="{FE60908F-CB3F-4457-8E4F-8AE6E635D104}"/>
                </a:ext>
              </a:extLst>
            </p:cNvPr>
            <p:cNvSpPr>
              <a:spLocks noChangeArrowheads="1"/>
            </p:cNvSpPr>
            <p:nvPr/>
          </p:nvSpPr>
          <p:spPr bwMode="auto">
            <a:xfrm>
              <a:off x="4173" y="1530"/>
              <a:ext cx="436"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56" name="Rectangle 47">
              <a:extLst>
                <a:ext uri="{FF2B5EF4-FFF2-40B4-BE49-F238E27FC236}">
                  <a16:creationId xmlns:a16="http://schemas.microsoft.com/office/drawing/2014/main" id="{193499BB-3E4F-4E0B-8BAF-91A1512B9F2D}"/>
                </a:ext>
              </a:extLst>
            </p:cNvPr>
            <p:cNvSpPr>
              <a:spLocks noChangeArrowheads="1"/>
            </p:cNvSpPr>
            <p:nvPr/>
          </p:nvSpPr>
          <p:spPr bwMode="auto">
            <a:xfrm>
              <a:off x="4236" y="1530"/>
              <a:ext cx="34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1" u="none" strike="noStrike" cap="none" normalizeH="0" baseline="0">
                  <a:ln>
                    <a:noFill/>
                  </a:ln>
                  <a:solidFill>
                    <a:srgbClr val="000000"/>
                  </a:solidFill>
                  <a:effectLst/>
                  <a:latin typeface="Tahoma" panose="020B0604030504040204" pitchFamily="34" charset="0"/>
                </a:rPr>
                <a:t>Animal</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57" name="Freeform 48">
              <a:extLst>
                <a:ext uri="{FF2B5EF4-FFF2-40B4-BE49-F238E27FC236}">
                  <a16:creationId xmlns:a16="http://schemas.microsoft.com/office/drawing/2014/main" id="{3E3564C1-52E3-4D82-96F2-FB5659C1E022}"/>
                </a:ext>
              </a:extLst>
            </p:cNvPr>
            <p:cNvSpPr>
              <a:spLocks/>
            </p:cNvSpPr>
            <p:nvPr/>
          </p:nvSpPr>
          <p:spPr bwMode="auto">
            <a:xfrm>
              <a:off x="3783" y="1680"/>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pic>
          <p:nvPicPr>
            <p:cNvPr id="58" name="Picture 49">
              <a:extLst>
                <a:ext uri="{FF2B5EF4-FFF2-40B4-BE49-F238E27FC236}">
                  <a16:creationId xmlns:a16="http://schemas.microsoft.com/office/drawing/2014/main" id="{39E43735-932B-47E3-B5F2-2E383CDE7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57895"/>
            <a:stretch>
              <a:fillRect/>
            </a:stretch>
          </p:blipFill>
          <p:spPr bwMode="auto">
            <a:xfrm>
              <a:off x="3855" y="1839"/>
              <a:ext cx="127"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Line 51">
              <a:extLst>
                <a:ext uri="{FF2B5EF4-FFF2-40B4-BE49-F238E27FC236}">
                  <a16:creationId xmlns:a16="http://schemas.microsoft.com/office/drawing/2014/main" id="{9116249D-BFEE-4B19-B33D-EBFCAE1A7170}"/>
                </a:ext>
              </a:extLst>
            </p:cNvPr>
            <p:cNvSpPr>
              <a:spLocks noChangeShapeType="1"/>
            </p:cNvSpPr>
            <p:nvPr/>
          </p:nvSpPr>
          <p:spPr bwMode="auto">
            <a:xfrm>
              <a:off x="3783" y="1799"/>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60" name="Rectangle 52">
              <a:extLst>
                <a:ext uri="{FF2B5EF4-FFF2-40B4-BE49-F238E27FC236}">
                  <a16:creationId xmlns:a16="http://schemas.microsoft.com/office/drawing/2014/main" id="{253BBE42-A796-46D7-9B0D-53CBB1D1B066}"/>
                </a:ext>
              </a:extLst>
            </p:cNvPr>
            <p:cNvSpPr>
              <a:spLocks noChangeArrowheads="1"/>
            </p:cNvSpPr>
            <p:nvPr/>
          </p:nvSpPr>
          <p:spPr bwMode="auto">
            <a:xfrm>
              <a:off x="3783" y="2417"/>
              <a:ext cx="1231" cy="451"/>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61" name="Rectangle 53">
              <a:extLst>
                <a:ext uri="{FF2B5EF4-FFF2-40B4-BE49-F238E27FC236}">
                  <a16:creationId xmlns:a16="http://schemas.microsoft.com/office/drawing/2014/main" id="{E5F306ED-B4AA-46DE-AB5F-0C9A63AF5FF0}"/>
                </a:ext>
              </a:extLst>
            </p:cNvPr>
            <p:cNvSpPr>
              <a:spLocks noChangeArrowheads="1"/>
            </p:cNvSpPr>
            <p:nvPr/>
          </p:nvSpPr>
          <p:spPr bwMode="auto">
            <a:xfrm>
              <a:off x="3783" y="2861"/>
              <a:ext cx="1231" cy="7"/>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2" name="Rectangle 54">
              <a:extLst>
                <a:ext uri="{FF2B5EF4-FFF2-40B4-BE49-F238E27FC236}">
                  <a16:creationId xmlns:a16="http://schemas.microsoft.com/office/drawing/2014/main" id="{29961F05-15B2-4CCF-90C3-F9DFE49B85F3}"/>
                </a:ext>
              </a:extLst>
            </p:cNvPr>
            <p:cNvSpPr>
              <a:spLocks noChangeArrowheads="1"/>
            </p:cNvSpPr>
            <p:nvPr/>
          </p:nvSpPr>
          <p:spPr bwMode="auto">
            <a:xfrm>
              <a:off x="3783" y="2853"/>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3" name="Rectangle 55">
              <a:extLst>
                <a:ext uri="{FF2B5EF4-FFF2-40B4-BE49-F238E27FC236}">
                  <a16:creationId xmlns:a16="http://schemas.microsoft.com/office/drawing/2014/main" id="{A93173B7-6133-4A5B-8FFE-31A7D5795170}"/>
                </a:ext>
              </a:extLst>
            </p:cNvPr>
            <p:cNvSpPr>
              <a:spLocks noChangeArrowheads="1"/>
            </p:cNvSpPr>
            <p:nvPr/>
          </p:nvSpPr>
          <p:spPr bwMode="auto">
            <a:xfrm>
              <a:off x="3783" y="2845"/>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4" name="Rectangle 56">
              <a:extLst>
                <a:ext uri="{FF2B5EF4-FFF2-40B4-BE49-F238E27FC236}">
                  <a16:creationId xmlns:a16="http://schemas.microsoft.com/office/drawing/2014/main" id="{7374AD8E-049A-4427-80FF-42AB1154C80A}"/>
                </a:ext>
              </a:extLst>
            </p:cNvPr>
            <p:cNvSpPr>
              <a:spLocks noChangeArrowheads="1"/>
            </p:cNvSpPr>
            <p:nvPr/>
          </p:nvSpPr>
          <p:spPr bwMode="auto">
            <a:xfrm>
              <a:off x="3783" y="2837"/>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5" name="Rectangle 57">
              <a:extLst>
                <a:ext uri="{FF2B5EF4-FFF2-40B4-BE49-F238E27FC236}">
                  <a16:creationId xmlns:a16="http://schemas.microsoft.com/office/drawing/2014/main" id="{A410DCD4-3E1A-4347-8874-768C2CF469E5}"/>
                </a:ext>
              </a:extLst>
            </p:cNvPr>
            <p:cNvSpPr>
              <a:spLocks noChangeArrowheads="1"/>
            </p:cNvSpPr>
            <p:nvPr/>
          </p:nvSpPr>
          <p:spPr bwMode="auto">
            <a:xfrm>
              <a:off x="3783" y="2829"/>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6" name="Rectangle 58">
              <a:extLst>
                <a:ext uri="{FF2B5EF4-FFF2-40B4-BE49-F238E27FC236}">
                  <a16:creationId xmlns:a16="http://schemas.microsoft.com/office/drawing/2014/main" id="{899B1B38-B793-46EC-BE69-B92076933DB6}"/>
                </a:ext>
              </a:extLst>
            </p:cNvPr>
            <p:cNvSpPr>
              <a:spLocks noChangeArrowheads="1"/>
            </p:cNvSpPr>
            <p:nvPr/>
          </p:nvSpPr>
          <p:spPr bwMode="auto">
            <a:xfrm>
              <a:off x="3783" y="2821"/>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7" name="Rectangle 59">
              <a:extLst>
                <a:ext uri="{FF2B5EF4-FFF2-40B4-BE49-F238E27FC236}">
                  <a16:creationId xmlns:a16="http://schemas.microsoft.com/office/drawing/2014/main" id="{0EEB859D-0D60-4F71-86B2-6B7A745BD420}"/>
                </a:ext>
              </a:extLst>
            </p:cNvPr>
            <p:cNvSpPr>
              <a:spLocks noChangeArrowheads="1"/>
            </p:cNvSpPr>
            <p:nvPr/>
          </p:nvSpPr>
          <p:spPr bwMode="auto">
            <a:xfrm>
              <a:off x="3783" y="2813"/>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8" name="Rectangle 60">
              <a:extLst>
                <a:ext uri="{FF2B5EF4-FFF2-40B4-BE49-F238E27FC236}">
                  <a16:creationId xmlns:a16="http://schemas.microsoft.com/office/drawing/2014/main" id="{ABACC66B-3727-4D58-B4F9-89677DF91B1C}"/>
                </a:ext>
              </a:extLst>
            </p:cNvPr>
            <p:cNvSpPr>
              <a:spLocks noChangeArrowheads="1"/>
            </p:cNvSpPr>
            <p:nvPr/>
          </p:nvSpPr>
          <p:spPr bwMode="auto">
            <a:xfrm>
              <a:off x="3783" y="2805"/>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69" name="Rectangle 61">
              <a:extLst>
                <a:ext uri="{FF2B5EF4-FFF2-40B4-BE49-F238E27FC236}">
                  <a16:creationId xmlns:a16="http://schemas.microsoft.com/office/drawing/2014/main" id="{BA820F32-08B0-4B68-AD76-CB5432DE1710}"/>
                </a:ext>
              </a:extLst>
            </p:cNvPr>
            <p:cNvSpPr>
              <a:spLocks noChangeArrowheads="1"/>
            </p:cNvSpPr>
            <p:nvPr/>
          </p:nvSpPr>
          <p:spPr bwMode="auto">
            <a:xfrm>
              <a:off x="3783" y="2797"/>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0" name="Rectangle 62">
              <a:extLst>
                <a:ext uri="{FF2B5EF4-FFF2-40B4-BE49-F238E27FC236}">
                  <a16:creationId xmlns:a16="http://schemas.microsoft.com/office/drawing/2014/main" id="{31430685-D8C7-484E-9279-7114A1966C38}"/>
                </a:ext>
              </a:extLst>
            </p:cNvPr>
            <p:cNvSpPr>
              <a:spLocks noChangeArrowheads="1"/>
            </p:cNvSpPr>
            <p:nvPr/>
          </p:nvSpPr>
          <p:spPr bwMode="auto">
            <a:xfrm>
              <a:off x="3783" y="2789"/>
              <a:ext cx="1231" cy="8"/>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1" name="Rectangle 63">
              <a:extLst>
                <a:ext uri="{FF2B5EF4-FFF2-40B4-BE49-F238E27FC236}">
                  <a16:creationId xmlns:a16="http://schemas.microsoft.com/office/drawing/2014/main" id="{C81CC42F-EAB2-46A3-9345-90A00F3FF13A}"/>
                </a:ext>
              </a:extLst>
            </p:cNvPr>
            <p:cNvSpPr>
              <a:spLocks noChangeArrowheads="1"/>
            </p:cNvSpPr>
            <p:nvPr/>
          </p:nvSpPr>
          <p:spPr bwMode="auto">
            <a:xfrm>
              <a:off x="3783" y="2781"/>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2" name="Rectangle 64">
              <a:extLst>
                <a:ext uri="{FF2B5EF4-FFF2-40B4-BE49-F238E27FC236}">
                  <a16:creationId xmlns:a16="http://schemas.microsoft.com/office/drawing/2014/main" id="{96389D09-9E57-4418-9075-7874D92D8B5D}"/>
                </a:ext>
              </a:extLst>
            </p:cNvPr>
            <p:cNvSpPr>
              <a:spLocks noChangeArrowheads="1"/>
            </p:cNvSpPr>
            <p:nvPr/>
          </p:nvSpPr>
          <p:spPr bwMode="auto">
            <a:xfrm>
              <a:off x="3783" y="2773"/>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3" name="Rectangle 65">
              <a:extLst>
                <a:ext uri="{FF2B5EF4-FFF2-40B4-BE49-F238E27FC236}">
                  <a16:creationId xmlns:a16="http://schemas.microsoft.com/office/drawing/2014/main" id="{58E5E682-2BA6-4561-A6A6-8EA3C8B22352}"/>
                </a:ext>
              </a:extLst>
            </p:cNvPr>
            <p:cNvSpPr>
              <a:spLocks noChangeArrowheads="1"/>
            </p:cNvSpPr>
            <p:nvPr/>
          </p:nvSpPr>
          <p:spPr bwMode="auto">
            <a:xfrm>
              <a:off x="3783" y="2765"/>
              <a:ext cx="1231" cy="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4" name="Rectangle 66">
              <a:extLst>
                <a:ext uri="{FF2B5EF4-FFF2-40B4-BE49-F238E27FC236}">
                  <a16:creationId xmlns:a16="http://schemas.microsoft.com/office/drawing/2014/main" id="{EED6B9F5-1C46-4E02-82C5-D468C41DA53E}"/>
                </a:ext>
              </a:extLst>
            </p:cNvPr>
            <p:cNvSpPr>
              <a:spLocks noChangeArrowheads="1"/>
            </p:cNvSpPr>
            <p:nvPr/>
          </p:nvSpPr>
          <p:spPr bwMode="auto">
            <a:xfrm>
              <a:off x="3783" y="2758"/>
              <a:ext cx="1231" cy="7"/>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5" name="Rectangle 67">
              <a:extLst>
                <a:ext uri="{FF2B5EF4-FFF2-40B4-BE49-F238E27FC236}">
                  <a16:creationId xmlns:a16="http://schemas.microsoft.com/office/drawing/2014/main" id="{445A108F-68BC-4F36-80BC-CB29E79F7854}"/>
                </a:ext>
              </a:extLst>
            </p:cNvPr>
            <p:cNvSpPr>
              <a:spLocks noChangeArrowheads="1"/>
            </p:cNvSpPr>
            <p:nvPr/>
          </p:nvSpPr>
          <p:spPr bwMode="auto">
            <a:xfrm>
              <a:off x="3783" y="2750"/>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6" name="Rectangle 68">
              <a:extLst>
                <a:ext uri="{FF2B5EF4-FFF2-40B4-BE49-F238E27FC236}">
                  <a16:creationId xmlns:a16="http://schemas.microsoft.com/office/drawing/2014/main" id="{FF92160D-4C14-42C5-B9E5-A948062D01C0}"/>
                </a:ext>
              </a:extLst>
            </p:cNvPr>
            <p:cNvSpPr>
              <a:spLocks noChangeArrowheads="1"/>
            </p:cNvSpPr>
            <p:nvPr/>
          </p:nvSpPr>
          <p:spPr bwMode="auto">
            <a:xfrm>
              <a:off x="3783" y="2417"/>
              <a:ext cx="1231" cy="451"/>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77" name="Rectangle 69">
              <a:extLst>
                <a:ext uri="{FF2B5EF4-FFF2-40B4-BE49-F238E27FC236}">
                  <a16:creationId xmlns:a16="http://schemas.microsoft.com/office/drawing/2014/main" id="{380FF934-E5B5-4AF2-982B-AF4C1CE2A143}"/>
                </a:ext>
              </a:extLst>
            </p:cNvPr>
            <p:cNvSpPr>
              <a:spLocks noChangeArrowheads="1"/>
            </p:cNvSpPr>
            <p:nvPr/>
          </p:nvSpPr>
          <p:spPr bwMode="auto">
            <a:xfrm>
              <a:off x="3783" y="2583"/>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8" name="Rectangle 70">
              <a:extLst>
                <a:ext uri="{FF2B5EF4-FFF2-40B4-BE49-F238E27FC236}">
                  <a16:creationId xmlns:a16="http://schemas.microsoft.com/office/drawing/2014/main" id="{A7451947-3468-4F2A-84E6-9271B55B716C}"/>
                </a:ext>
              </a:extLst>
            </p:cNvPr>
            <p:cNvSpPr>
              <a:spLocks noChangeArrowheads="1"/>
            </p:cNvSpPr>
            <p:nvPr/>
          </p:nvSpPr>
          <p:spPr bwMode="auto">
            <a:xfrm>
              <a:off x="3783" y="2575"/>
              <a:ext cx="1231" cy="8"/>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79" name="Rectangle 71">
              <a:extLst>
                <a:ext uri="{FF2B5EF4-FFF2-40B4-BE49-F238E27FC236}">
                  <a16:creationId xmlns:a16="http://schemas.microsoft.com/office/drawing/2014/main" id="{2D47FE63-E4B9-4162-9D4F-8D3DECA5EAF2}"/>
                </a:ext>
              </a:extLst>
            </p:cNvPr>
            <p:cNvSpPr>
              <a:spLocks noChangeArrowheads="1"/>
            </p:cNvSpPr>
            <p:nvPr/>
          </p:nvSpPr>
          <p:spPr bwMode="auto">
            <a:xfrm>
              <a:off x="3783" y="2567"/>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0" name="Rectangle 72">
              <a:extLst>
                <a:ext uri="{FF2B5EF4-FFF2-40B4-BE49-F238E27FC236}">
                  <a16:creationId xmlns:a16="http://schemas.microsoft.com/office/drawing/2014/main" id="{65372379-B841-4CB3-8855-AE3A7DACA703}"/>
                </a:ext>
              </a:extLst>
            </p:cNvPr>
            <p:cNvSpPr>
              <a:spLocks noChangeArrowheads="1"/>
            </p:cNvSpPr>
            <p:nvPr/>
          </p:nvSpPr>
          <p:spPr bwMode="auto">
            <a:xfrm>
              <a:off x="3783" y="2560"/>
              <a:ext cx="1231" cy="7"/>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1" name="Rectangle 73">
              <a:extLst>
                <a:ext uri="{FF2B5EF4-FFF2-40B4-BE49-F238E27FC236}">
                  <a16:creationId xmlns:a16="http://schemas.microsoft.com/office/drawing/2014/main" id="{6B7C09DF-E23E-4C45-978C-BB756880255E}"/>
                </a:ext>
              </a:extLst>
            </p:cNvPr>
            <p:cNvSpPr>
              <a:spLocks noChangeArrowheads="1"/>
            </p:cNvSpPr>
            <p:nvPr/>
          </p:nvSpPr>
          <p:spPr bwMode="auto">
            <a:xfrm>
              <a:off x="3783" y="2552"/>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2" name="Rectangle 74">
              <a:extLst>
                <a:ext uri="{FF2B5EF4-FFF2-40B4-BE49-F238E27FC236}">
                  <a16:creationId xmlns:a16="http://schemas.microsoft.com/office/drawing/2014/main" id="{1CB290CF-A737-4491-8DDC-C17E43B14796}"/>
                </a:ext>
              </a:extLst>
            </p:cNvPr>
            <p:cNvSpPr>
              <a:spLocks noChangeArrowheads="1"/>
            </p:cNvSpPr>
            <p:nvPr/>
          </p:nvSpPr>
          <p:spPr bwMode="auto">
            <a:xfrm>
              <a:off x="3783" y="2544"/>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3" name="Rectangle 75">
              <a:extLst>
                <a:ext uri="{FF2B5EF4-FFF2-40B4-BE49-F238E27FC236}">
                  <a16:creationId xmlns:a16="http://schemas.microsoft.com/office/drawing/2014/main" id="{64867423-9AD5-4248-8309-D597CA242C48}"/>
                </a:ext>
              </a:extLst>
            </p:cNvPr>
            <p:cNvSpPr>
              <a:spLocks noChangeArrowheads="1"/>
            </p:cNvSpPr>
            <p:nvPr/>
          </p:nvSpPr>
          <p:spPr bwMode="auto">
            <a:xfrm>
              <a:off x="3783" y="2536"/>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4" name="Rectangle 76">
              <a:extLst>
                <a:ext uri="{FF2B5EF4-FFF2-40B4-BE49-F238E27FC236}">
                  <a16:creationId xmlns:a16="http://schemas.microsoft.com/office/drawing/2014/main" id="{53364784-216C-4BDF-9029-809279D6E813}"/>
                </a:ext>
              </a:extLst>
            </p:cNvPr>
            <p:cNvSpPr>
              <a:spLocks noChangeArrowheads="1"/>
            </p:cNvSpPr>
            <p:nvPr/>
          </p:nvSpPr>
          <p:spPr bwMode="auto">
            <a:xfrm>
              <a:off x="3783" y="2528"/>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5" name="Rectangle 77">
              <a:extLst>
                <a:ext uri="{FF2B5EF4-FFF2-40B4-BE49-F238E27FC236}">
                  <a16:creationId xmlns:a16="http://schemas.microsoft.com/office/drawing/2014/main" id="{26122003-5FCA-4F1B-8758-8D5917BF17FD}"/>
                </a:ext>
              </a:extLst>
            </p:cNvPr>
            <p:cNvSpPr>
              <a:spLocks noChangeArrowheads="1"/>
            </p:cNvSpPr>
            <p:nvPr/>
          </p:nvSpPr>
          <p:spPr bwMode="auto">
            <a:xfrm>
              <a:off x="3783" y="2520"/>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6" name="Rectangle 78">
              <a:extLst>
                <a:ext uri="{FF2B5EF4-FFF2-40B4-BE49-F238E27FC236}">
                  <a16:creationId xmlns:a16="http://schemas.microsoft.com/office/drawing/2014/main" id="{1C00A02B-92CC-4CD3-9B7A-EC0A7D639D41}"/>
                </a:ext>
              </a:extLst>
            </p:cNvPr>
            <p:cNvSpPr>
              <a:spLocks noChangeArrowheads="1"/>
            </p:cNvSpPr>
            <p:nvPr/>
          </p:nvSpPr>
          <p:spPr bwMode="auto">
            <a:xfrm>
              <a:off x="3783" y="2512"/>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7" name="Rectangle 79">
              <a:extLst>
                <a:ext uri="{FF2B5EF4-FFF2-40B4-BE49-F238E27FC236}">
                  <a16:creationId xmlns:a16="http://schemas.microsoft.com/office/drawing/2014/main" id="{9686145A-EF1E-4752-A4A7-8FBD2A3325A1}"/>
                </a:ext>
              </a:extLst>
            </p:cNvPr>
            <p:cNvSpPr>
              <a:spLocks noChangeArrowheads="1"/>
            </p:cNvSpPr>
            <p:nvPr/>
          </p:nvSpPr>
          <p:spPr bwMode="auto">
            <a:xfrm>
              <a:off x="3783" y="2504"/>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8" name="Rectangle 80">
              <a:extLst>
                <a:ext uri="{FF2B5EF4-FFF2-40B4-BE49-F238E27FC236}">
                  <a16:creationId xmlns:a16="http://schemas.microsoft.com/office/drawing/2014/main" id="{65A45327-8E70-4686-959B-C2C10DB8B03B}"/>
                </a:ext>
              </a:extLst>
            </p:cNvPr>
            <p:cNvSpPr>
              <a:spLocks noChangeArrowheads="1"/>
            </p:cNvSpPr>
            <p:nvPr/>
          </p:nvSpPr>
          <p:spPr bwMode="auto">
            <a:xfrm>
              <a:off x="3783" y="2496"/>
              <a:ext cx="1231" cy="8"/>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89" name="Rectangle 81">
              <a:extLst>
                <a:ext uri="{FF2B5EF4-FFF2-40B4-BE49-F238E27FC236}">
                  <a16:creationId xmlns:a16="http://schemas.microsoft.com/office/drawing/2014/main" id="{FF1F497B-FB0B-44A6-937B-0B10906EFA2D}"/>
                </a:ext>
              </a:extLst>
            </p:cNvPr>
            <p:cNvSpPr>
              <a:spLocks noChangeArrowheads="1"/>
            </p:cNvSpPr>
            <p:nvPr/>
          </p:nvSpPr>
          <p:spPr bwMode="auto">
            <a:xfrm>
              <a:off x="3783" y="2488"/>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0" name="Rectangle 82">
              <a:extLst>
                <a:ext uri="{FF2B5EF4-FFF2-40B4-BE49-F238E27FC236}">
                  <a16:creationId xmlns:a16="http://schemas.microsoft.com/office/drawing/2014/main" id="{7D32BF29-409D-4414-8EE5-0DC92AB0B834}"/>
                </a:ext>
              </a:extLst>
            </p:cNvPr>
            <p:cNvSpPr>
              <a:spLocks noChangeArrowheads="1"/>
            </p:cNvSpPr>
            <p:nvPr/>
          </p:nvSpPr>
          <p:spPr bwMode="auto">
            <a:xfrm>
              <a:off x="3783" y="2480"/>
              <a:ext cx="1231" cy="8"/>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1" name="Rectangle 83">
              <a:extLst>
                <a:ext uri="{FF2B5EF4-FFF2-40B4-BE49-F238E27FC236}">
                  <a16:creationId xmlns:a16="http://schemas.microsoft.com/office/drawing/2014/main" id="{77D3AA95-5571-41E9-B74D-F273D376FEBF}"/>
                </a:ext>
              </a:extLst>
            </p:cNvPr>
            <p:cNvSpPr>
              <a:spLocks noChangeArrowheads="1"/>
            </p:cNvSpPr>
            <p:nvPr/>
          </p:nvSpPr>
          <p:spPr bwMode="auto">
            <a:xfrm>
              <a:off x="3783" y="2472"/>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2" name="Rectangle 84">
              <a:extLst>
                <a:ext uri="{FF2B5EF4-FFF2-40B4-BE49-F238E27FC236}">
                  <a16:creationId xmlns:a16="http://schemas.microsoft.com/office/drawing/2014/main" id="{B16EDDEF-7309-4528-BF31-576AA5359BB6}"/>
                </a:ext>
              </a:extLst>
            </p:cNvPr>
            <p:cNvSpPr>
              <a:spLocks noChangeArrowheads="1"/>
            </p:cNvSpPr>
            <p:nvPr/>
          </p:nvSpPr>
          <p:spPr bwMode="auto">
            <a:xfrm>
              <a:off x="3783" y="2465"/>
              <a:ext cx="1231" cy="7"/>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3" name="Rectangle 85">
              <a:extLst>
                <a:ext uri="{FF2B5EF4-FFF2-40B4-BE49-F238E27FC236}">
                  <a16:creationId xmlns:a16="http://schemas.microsoft.com/office/drawing/2014/main" id="{93743C70-408E-4525-826B-03694DC9F82D}"/>
                </a:ext>
              </a:extLst>
            </p:cNvPr>
            <p:cNvSpPr>
              <a:spLocks noChangeArrowheads="1"/>
            </p:cNvSpPr>
            <p:nvPr/>
          </p:nvSpPr>
          <p:spPr bwMode="auto">
            <a:xfrm>
              <a:off x="3783" y="2457"/>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4" name="Rectangle 86">
              <a:extLst>
                <a:ext uri="{FF2B5EF4-FFF2-40B4-BE49-F238E27FC236}">
                  <a16:creationId xmlns:a16="http://schemas.microsoft.com/office/drawing/2014/main" id="{BB81A6BC-AC1E-42AE-BBE5-28D69B265E73}"/>
                </a:ext>
              </a:extLst>
            </p:cNvPr>
            <p:cNvSpPr>
              <a:spLocks noChangeArrowheads="1"/>
            </p:cNvSpPr>
            <p:nvPr/>
          </p:nvSpPr>
          <p:spPr bwMode="auto">
            <a:xfrm>
              <a:off x="3783" y="2449"/>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5" name="Rectangle 87">
              <a:extLst>
                <a:ext uri="{FF2B5EF4-FFF2-40B4-BE49-F238E27FC236}">
                  <a16:creationId xmlns:a16="http://schemas.microsoft.com/office/drawing/2014/main" id="{90DE3CEA-01E8-4014-9D41-F5D457C7EB28}"/>
                </a:ext>
              </a:extLst>
            </p:cNvPr>
            <p:cNvSpPr>
              <a:spLocks noChangeArrowheads="1"/>
            </p:cNvSpPr>
            <p:nvPr/>
          </p:nvSpPr>
          <p:spPr bwMode="auto">
            <a:xfrm>
              <a:off x="3783" y="2441"/>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6" name="Rectangle 88">
              <a:extLst>
                <a:ext uri="{FF2B5EF4-FFF2-40B4-BE49-F238E27FC236}">
                  <a16:creationId xmlns:a16="http://schemas.microsoft.com/office/drawing/2014/main" id="{F13B4FCE-841A-4333-9E00-BBE48068B8F1}"/>
                </a:ext>
              </a:extLst>
            </p:cNvPr>
            <p:cNvSpPr>
              <a:spLocks noChangeArrowheads="1"/>
            </p:cNvSpPr>
            <p:nvPr/>
          </p:nvSpPr>
          <p:spPr bwMode="auto">
            <a:xfrm>
              <a:off x="3783" y="2433"/>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7" name="Rectangle 89">
              <a:extLst>
                <a:ext uri="{FF2B5EF4-FFF2-40B4-BE49-F238E27FC236}">
                  <a16:creationId xmlns:a16="http://schemas.microsoft.com/office/drawing/2014/main" id="{CE25A3D5-04A3-42DB-9DC0-5904719511E2}"/>
                </a:ext>
              </a:extLst>
            </p:cNvPr>
            <p:cNvSpPr>
              <a:spLocks noChangeArrowheads="1"/>
            </p:cNvSpPr>
            <p:nvPr/>
          </p:nvSpPr>
          <p:spPr bwMode="auto">
            <a:xfrm>
              <a:off x="3783" y="2425"/>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8" name="Rectangle 90">
              <a:extLst>
                <a:ext uri="{FF2B5EF4-FFF2-40B4-BE49-F238E27FC236}">
                  <a16:creationId xmlns:a16="http://schemas.microsoft.com/office/drawing/2014/main" id="{885BEBE2-B8DD-4D73-A9EA-B7E21A18CAEB}"/>
                </a:ext>
              </a:extLst>
            </p:cNvPr>
            <p:cNvSpPr>
              <a:spLocks noChangeArrowheads="1"/>
            </p:cNvSpPr>
            <p:nvPr/>
          </p:nvSpPr>
          <p:spPr bwMode="auto">
            <a:xfrm>
              <a:off x="3783" y="2417"/>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99" name="Rectangle 91">
              <a:extLst>
                <a:ext uri="{FF2B5EF4-FFF2-40B4-BE49-F238E27FC236}">
                  <a16:creationId xmlns:a16="http://schemas.microsoft.com/office/drawing/2014/main" id="{2FDEA355-75C6-42D6-B9BC-BDD86A6F9C14}"/>
                </a:ext>
              </a:extLst>
            </p:cNvPr>
            <p:cNvSpPr>
              <a:spLocks noChangeArrowheads="1"/>
            </p:cNvSpPr>
            <p:nvPr/>
          </p:nvSpPr>
          <p:spPr bwMode="auto">
            <a:xfrm>
              <a:off x="3783" y="2417"/>
              <a:ext cx="1231" cy="451"/>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0" name="Rectangle 92">
              <a:extLst>
                <a:ext uri="{FF2B5EF4-FFF2-40B4-BE49-F238E27FC236}">
                  <a16:creationId xmlns:a16="http://schemas.microsoft.com/office/drawing/2014/main" id="{565C46C6-D268-4839-A478-649CCAB90051}"/>
                </a:ext>
              </a:extLst>
            </p:cNvPr>
            <p:cNvSpPr>
              <a:spLocks noChangeArrowheads="1"/>
            </p:cNvSpPr>
            <p:nvPr/>
          </p:nvSpPr>
          <p:spPr bwMode="auto">
            <a:xfrm>
              <a:off x="4133" y="2441"/>
              <a:ext cx="508"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1" name="Rectangle 93">
              <a:extLst>
                <a:ext uri="{FF2B5EF4-FFF2-40B4-BE49-F238E27FC236}">
                  <a16:creationId xmlns:a16="http://schemas.microsoft.com/office/drawing/2014/main" id="{7706C7A4-8DE5-45D5-8569-A95437A4ACDB}"/>
                </a:ext>
              </a:extLst>
            </p:cNvPr>
            <p:cNvSpPr>
              <a:spLocks noChangeArrowheads="1"/>
            </p:cNvSpPr>
            <p:nvPr/>
          </p:nvSpPr>
          <p:spPr bwMode="auto">
            <a:xfrm>
              <a:off x="4188" y="2441"/>
              <a:ext cx="42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0" u="none" strike="noStrike" cap="none" normalizeH="0" baseline="0" dirty="0">
                  <a:ln>
                    <a:noFill/>
                  </a:ln>
                  <a:solidFill>
                    <a:srgbClr val="000000"/>
                  </a:solidFill>
                  <a:effectLst/>
                  <a:latin typeface="Tahoma" panose="020B0604030504040204" pitchFamily="34" charset="0"/>
                </a:rPr>
                <a:t>Mammal</a:t>
              </a: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102" name="Freeform 94">
              <a:extLst>
                <a:ext uri="{FF2B5EF4-FFF2-40B4-BE49-F238E27FC236}">
                  <a16:creationId xmlns:a16="http://schemas.microsoft.com/office/drawing/2014/main" id="{ABFB6A6D-9C32-4067-96C2-F8B2184D62A9}"/>
                </a:ext>
              </a:extLst>
            </p:cNvPr>
            <p:cNvSpPr>
              <a:spLocks/>
            </p:cNvSpPr>
            <p:nvPr/>
          </p:nvSpPr>
          <p:spPr bwMode="auto">
            <a:xfrm>
              <a:off x="3783" y="2591"/>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3" name="Line 95">
              <a:extLst>
                <a:ext uri="{FF2B5EF4-FFF2-40B4-BE49-F238E27FC236}">
                  <a16:creationId xmlns:a16="http://schemas.microsoft.com/office/drawing/2014/main" id="{44BB59A7-BC91-4916-AE9A-73FB16A2D6FF}"/>
                </a:ext>
              </a:extLst>
            </p:cNvPr>
            <p:cNvSpPr>
              <a:spLocks noChangeShapeType="1"/>
            </p:cNvSpPr>
            <p:nvPr/>
          </p:nvSpPr>
          <p:spPr bwMode="auto">
            <a:xfrm>
              <a:off x="3783" y="2647"/>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4" name="Line 96">
              <a:extLst>
                <a:ext uri="{FF2B5EF4-FFF2-40B4-BE49-F238E27FC236}">
                  <a16:creationId xmlns:a16="http://schemas.microsoft.com/office/drawing/2014/main" id="{E869AF61-84EB-4758-88EB-8004443C484F}"/>
                </a:ext>
              </a:extLst>
            </p:cNvPr>
            <p:cNvSpPr>
              <a:spLocks noChangeShapeType="1"/>
            </p:cNvSpPr>
            <p:nvPr/>
          </p:nvSpPr>
          <p:spPr bwMode="auto">
            <a:xfrm flipV="1">
              <a:off x="4427" y="2069"/>
              <a:ext cx="0" cy="340"/>
            </a:xfrm>
            <a:prstGeom prst="line">
              <a:avLst/>
            </a:prstGeom>
            <a:noFill/>
            <a:ln w="11113">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05" name="Freeform 97">
              <a:extLst>
                <a:ext uri="{FF2B5EF4-FFF2-40B4-BE49-F238E27FC236}">
                  <a16:creationId xmlns:a16="http://schemas.microsoft.com/office/drawing/2014/main" id="{9D294507-9BCF-42F7-AF0B-0922826DE34D}"/>
                </a:ext>
              </a:extLst>
            </p:cNvPr>
            <p:cNvSpPr>
              <a:spLocks/>
            </p:cNvSpPr>
            <p:nvPr/>
          </p:nvSpPr>
          <p:spPr bwMode="auto">
            <a:xfrm>
              <a:off x="4363" y="2069"/>
              <a:ext cx="127" cy="95"/>
            </a:xfrm>
            <a:custGeom>
              <a:avLst/>
              <a:gdLst>
                <a:gd name="T0" fmla="*/ 0 w 127"/>
                <a:gd name="T1" fmla="*/ 95 h 95"/>
                <a:gd name="T2" fmla="*/ 64 w 127"/>
                <a:gd name="T3" fmla="*/ 0 h 95"/>
                <a:gd name="T4" fmla="*/ 127 w 127"/>
                <a:gd name="T5" fmla="*/ 95 h 95"/>
                <a:gd name="T6" fmla="*/ 0 w 127"/>
                <a:gd name="T7" fmla="*/ 95 h 95"/>
              </a:gdLst>
              <a:ahLst/>
              <a:cxnLst>
                <a:cxn ang="0">
                  <a:pos x="T0" y="T1"/>
                </a:cxn>
                <a:cxn ang="0">
                  <a:pos x="T2" y="T3"/>
                </a:cxn>
                <a:cxn ang="0">
                  <a:pos x="T4" y="T5"/>
                </a:cxn>
                <a:cxn ang="0">
                  <a:pos x="T6" y="T7"/>
                </a:cxn>
              </a:cxnLst>
              <a:rect l="0" t="0" r="r" b="b"/>
              <a:pathLst>
                <a:path w="127" h="95">
                  <a:moveTo>
                    <a:pt x="0" y="95"/>
                  </a:moveTo>
                  <a:lnTo>
                    <a:pt x="64" y="0"/>
                  </a:lnTo>
                  <a:lnTo>
                    <a:pt x="127" y="95"/>
                  </a:lnTo>
                  <a:lnTo>
                    <a:pt x="0" y="95"/>
                  </a:lnTo>
                  <a:close/>
                </a:path>
              </a:pathLst>
            </a:custGeom>
            <a:solidFill>
              <a:srgbClr val="000000"/>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06" name="Freeform 98">
              <a:extLst>
                <a:ext uri="{FF2B5EF4-FFF2-40B4-BE49-F238E27FC236}">
                  <a16:creationId xmlns:a16="http://schemas.microsoft.com/office/drawing/2014/main" id="{D7E70344-5579-46A6-856C-E3C43FA002EE}"/>
                </a:ext>
              </a:extLst>
            </p:cNvPr>
            <p:cNvSpPr>
              <a:spLocks/>
            </p:cNvSpPr>
            <p:nvPr/>
          </p:nvSpPr>
          <p:spPr bwMode="auto">
            <a:xfrm>
              <a:off x="4363" y="2069"/>
              <a:ext cx="127" cy="95"/>
            </a:xfrm>
            <a:custGeom>
              <a:avLst/>
              <a:gdLst>
                <a:gd name="T0" fmla="*/ 0 w 127"/>
                <a:gd name="T1" fmla="*/ 95 h 95"/>
                <a:gd name="T2" fmla="*/ 64 w 127"/>
                <a:gd name="T3" fmla="*/ 0 h 95"/>
                <a:gd name="T4" fmla="*/ 127 w 127"/>
                <a:gd name="T5" fmla="*/ 95 h 95"/>
                <a:gd name="T6" fmla="*/ 0 w 127"/>
                <a:gd name="T7" fmla="*/ 95 h 95"/>
              </a:gdLst>
              <a:ahLst/>
              <a:cxnLst>
                <a:cxn ang="0">
                  <a:pos x="T0" y="T1"/>
                </a:cxn>
                <a:cxn ang="0">
                  <a:pos x="T2" y="T3"/>
                </a:cxn>
                <a:cxn ang="0">
                  <a:pos x="T4" y="T5"/>
                </a:cxn>
                <a:cxn ang="0">
                  <a:pos x="T6" y="T7"/>
                </a:cxn>
              </a:cxnLst>
              <a:rect l="0" t="0" r="r" b="b"/>
              <a:pathLst>
                <a:path w="127" h="95">
                  <a:moveTo>
                    <a:pt x="0" y="95"/>
                  </a:moveTo>
                  <a:lnTo>
                    <a:pt x="64" y="0"/>
                  </a:lnTo>
                  <a:lnTo>
                    <a:pt x="127" y="95"/>
                  </a:lnTo>
                  <a:lnTo>
                    <a:pt x="0" y="95"/>
                  </a:lnTo>
                  <a:close/>
                </a:path>
              </a:pathLst>
            </a:custGeom>
            <a:solidFill>
              <a:srgbClr val="FFFFFF"/>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07" name="Rectangle 99">
              <a:extLst>
                <a:ext uri="{FF2B5EF4-FFF2-40B4-BE49-F238E27FC236}">
                  <a16:creationId xmlns:a16="http://schemas.microsoft.com/office/drawing/2014/main" id="{841229FE-DBC3-4C02-A85D-D551E2F2628B}"/>
                </a:ext>
              </a:extLst>
            </p:cNvPr>
            <p:cNvSpPr>
              <a:spLocks noChangeArrowheads="1"/>
            </p:cNvSpPr>
            <p:nvPr/>
          </p:nvSpPr>
          <p:spPr bwMode="auto">
            <a:xfrm>
              <a:off x="3783" y="3375"/>
              <a:ext cx="1231" cy="460"/>
            </a:xfrm>
            <a:prstGeom prst="rect">
              <a:avLst/>
            </a:prstGeom>
            <a:solidFill>
              <a:srgbClr val="FFFFFF"/>
            </a:solidFill>
            <a:ln w="11113">
              <a:solidFill>
                <a:srgbClr val="6DA3D9"/>
              </a:solidFill>
              <a:prstDash val="solid"/>
              <a:miter lim="800000"/>
              <a:headEnd/>
              <a:tailEnd/>
            </a:ln>
          </p:spPr>
          <p:txBody>
            <a:bodyPr vert="horz" wrap="square" lIns="91440" tIns="45720" rIns="91440" bIns="45720" numCol="1" anchor="t" anchorCtr="0" compatLnSpc="1">
              <a:prstTxWarp prst="textNoShape">
                <a:avLst/>
              </a:prstTxWarp>
            </a:bodyPr>
            <a:lstStyle/>
            <a:p>
              <a:endParaRPr lang="LID4096"/>
            </a:p>
          </p:txBody>
        </p:sp>
        <p:sp>
          <p:nvSpPr>
            <p:cNvPr id="108" name="Rectangle 100">
              <a:extLst>
                <a:ext uri="{FF2B5EF4-FFF2-40B4-BE49-F238E27FC236}">
                  <a16:creationId xmlns:a16="http://schemas.microsoft.com/office/drawing/2014/main" id="{5615E3E3-659A-4B2A-A71F-6A0040551CF2}"/>
                </a:ext>
              </a:extLst>
            </p:cNvPr>
            <p:cNvSpPr>
              <a:spLocks noChangeArrowheads="1"/>
            </p:cNvSpPr>
            <p:nvPr/>
          </p:nvSpPr>
          <p:spPr bwMode="auto">
            <a:xfrm>
              <a:off x="3783" y="3827"/>
              <a:ext cx="1231" cy="8"/>
            </a:xfrm>
            <a:prstGeom prst="rect">
              <a:avLst/>
            </a:prstGeom>
            <a:solidFill>
              <a:srgbClr val="E7E7E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09" name="Rectangle 101">
              <a:extLst>
                <a:ext uri="{FF2B5EF4-FFF2-40B4-BE49-F238E27FC236}">
                  <a16:creationId xmlns:a16="http://schemas.microsoft.com/office/drawing/2014/main" id="{10720AE7-A3F9-4FAD-851B-9ECE9AE76E71}"/>
                </a:ext>
              </a:extLst>
            </p:cNvPr>
            <p:cNvSpPr>
              <a:spLocks noChangeArrowheads="1"/>
            </p:cNvSpPr>
            <p:nvPr/>
          </p:nvSpPr>
          <p:spPr bwMode="auto">
            <a:xfrm>
              <a:off x="3783" y="3819"/>
              <a:ext cx="1231" cy="8"/>
            </a:xfrm>
            <a:prstGeom prst="rect">
              <a:avLst/>
            </a:prstGeom>
            <a:solidFill>
              <a:srgbClr val="E8E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0" name="Rectangle 102">
              <a:extLst>
                <a:ext uri="{FF2B5EF4-FFF2-40B4-BE49-F238E27FC236}">
                  <a16:creationId xmlns:a16="http://schemas.microsoft.com/office/drawing/2014/main" id="{62B7913A-150A-4829-B7D1-6F7DF7148FC6}"/>
                </a:ext>
              </a:extLst>
            </p:cNvPr>
            <p:cNvSpPr>
              <a:spLocks noChangeArrowheads="1"/>
            </p:cNvSpPr>
            <p:nvPr/>
          </p:nvSpPr>
          <p:spPr bwMode="auto">
            <a:xfrm>
              <a:off x="3783" y="3811"/>
              <a:ext cx="1231" cy="8"/>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1" name="Rectangle 103">
              <a:extLst>
                <a:ext uri="{FF2B5EF4-FFF2-40B4-BE49-F238E27FC236}">
                  <a16:creationId xmlns:a16="http://schemas.microsoft.com/office/drawing/2014/main" id="{9FBD1ADF-51A6-4A85-9705-1233FC64A693}"/>
                </a:ext>
              </a:extLst>
            </p:cNvPr>
            <p:cNvSpPr>
              <a:spLocks noChangeArrowheads="1"/>
            </p:cNvSpPr>
            <p:nvPr/>
          </p:nvSpPr>
          <p:spPr bwMode="auto">
            <a:xfrm>
              <a:off x="3783" y="3803"/>
              <a:ext cx="1231" cy="8"/>
            </a:xfrm>
            <a:prstGeom prst="rect">
              <a:avLst/>
            </a:prstGeom>
            <a:solidFill>
              <a:srgbClr val="EBEB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2" name="Rectangle 104">
              <a:extLst>
                <a:ext uri="{FF2B5EF4-FFF2-40B4-BE49-F238E27FC236}">
                  <a16:creationId xmlns:a16="http://schemas.microsoft.com/office/drawing/2014/main" id="{12D2CEB3-BA42-4E49-8F59-4600E727BBF4}"/>
                </a:ext>
              </a:extLst>
            </p:cNvPr>
            <p:cNvSpPr>
              <a:spLocks noChangeArrowheads="1"/>
            </p:cNvSpPr>
            <p:nvPr/>
          </p:nvSpPr>
          <p:spPr bwMode="auto">
            <a:xfrm>
              <a:off x="3783" y="3795"/>
              <a:ext cx="1231" cy="8"/>
            </a:xfrm>
            <a:prstGeom prst="rect">
              <a:avLst/>
            </a:prstGeom>
            <a:solidFill>
              <a:srgbClr val="EDED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3" name="Rectangle 105">
              <a:extLst>
                <a:ext uri="{FF2B5EF4-FFF2-40B4-BE49-F238E27FC236}">
                  <a16:creationId xmlns:a16="http://schemas.microsoft.com/office/drawing/2014/main" id="{244F45F0-2438-4271-9548-3CE0464F7A18}"/>
                </a:ext>
              </a:extLst>
            </p:cNvPr>
            <p:cNvSpPr>
              <a:spLocks noChangeArrowheads="1"/>
            </p:cNvSpPr>
            <p:nvPr/>
          </p:nvSpPr>
          <p:spPr bwMode="auto">
            <a:xfrm>
              <a:off x="3783" y="3787"/>
              <a:ext cx="1231" cy="8"/>
            </a:xfrm>
            <a:prstGeom prst="rect">
              <a:avLst/>
            </a:prstGeom>
            <a:solidFill>
              <a:srgbClr val="EFEF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4" name="Rectangle 106">
              <a:extLst>
                <a:ext uri="{FF2B5EF4-FFF2-40B4-BE49-F238E27FC236}">
                  <a16:creationId xmlns:a16="http://schemas.microsoft.com/office/drawing/2014/main" id="{52B1B2AD-A054-4F51-877B-3C4BE0E8D794}"/>
                </a:ext>
              </a:extLst>
            </p:cNvPr>
            <p:cNvSpPr>
              <a:spLocks noChangeArrowheads="1"/>
            </p:cNvSpPr>
            <p:nvPr/>
          </p:nvSpPr>
          <p:spPr bwMode="auto">
            <a:xfrm>
              <a:off x="3783" y="3779"/>
              <a:ext cx="1231" cy="8"/>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5" name="Rectangle 107">
              <a:extLst>
                <a:ext uri="{FF2B5EF4-FFF2-40B4-BE49-F238E27FC236}">
                  <a16:creationId xmlns:a16="http://schemas.microsoft.com/office/drawing/2014/main" id="{1314CD32-C21B-4581-9A01-7D97B2BFB235}"/>
                </a:ext>
              </a:extLst>
            </p:cNvPr>
            <p:cNvSpPr>
              <a:spLocks noChangeArrowheads="1"/>
            </p:cNvSpPr>
            <p:nvPr/>
          </p:nvSpPr>
          <p:spPr bwMode="auto">
            <a:xfrm>
              <a:off x="3783" y="3771"/>
              <a:ext cx="1231" cy="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6" name="Rectangle 108">
              <a:extLst>
                <a:ext uri="{FF2B5EF4-FFF2-40B4-BE49-F238E27FC236}">
                  <a16:creationId xmlns:a16="http://schemas.microsoft.com/office/drawing/2014/main" id="{BD2C74BC-D77F-4BED-9B11-46EE551AB815}"/>
                </a:ext>
              </a:extLst>
            </p:cNvPr>
            <p:cNvSpPr>
              <a:spLocks noChangeArrowheads="1"/>
            </p:cNvSpPr>
            <p:nvPr/>
          </p:nvSpPr>
          <p:spPr bwMode="auto">
            <a:xfrm>
              <a:off x="3783" y="3763"/>
              <a:ext cx="1231" cy="8"/>
            </a:xfrm>
            <a:prstGeom prst="rect">
              <a:avLst/>
            </a:prstGeom>
            <a:solidFill>
              <a:srgbClr val="F3F3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7" name="Rectangle 109">
              <a:extLst>
                <a:ext uri="{FF2B5EF4-FFF2-40B4-BE49-F238E27FC236}">
                  <a16:creationId xmlns:a16="http://schemas.microsoft.com/office/drawing/2014/main" id="{8AD3A41B-AC50-4EBA-882E-4B75B8A7A92D}"/>
                </a:ext>
              </a:extLst>
            </p:cNvPr>
            <p:cNvSpPr>
              <a:spLocks noChangeArrowheads="1"/>
            </p:cNvSpPr>
            <p:nvPr/>
          </p:nvSpPr>
          <p:spPr bwMode="auto">
            <a:xfrm>
              <a:off x="3783" y="3756"/>
              <a:ext cx="1231" cy="7"/>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8" name="Rectangle 110">
              <a:extLst>
                <a:ext uri="{FF2B5EF4-FFF2-40B4-BE49-F238E27FC236}">
                  <a16:creationId xmlns:a16="http://schemas.microsoft.com/office/drawing/2014/main" id="{EB9ED9A8-9416-49D0-B699-7987D2FC9994}"/>
                </a:ext>
              </a:extLst>
            </p:cNvPr>
            <p:cNvSpPr>
              <a:spLocks noChangeArrowheads="1"/>
            </p:cNvSpPr>
            <p:nvPr/>
          </p:nvSpPr>
          <p:spPr bwMode="auto">
            <a:xfrm>
              <a:off x="3783" y="3748"/>
              <a:ext cx="1231" cy="8"/>
            </a:xfrm>
            <a:prstGeom prst="rect">
              <a:avLst/>
            </a:prstGeom>
            <a:solidFill>
              <a:srgbClr val="F7F7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19" name="Rectangle 111">
              <a:extLst>
                <a:ext uri="{FF2B5EF4-FFF2-40B4-BE49-F238E27FC236}">
                  <a16:creationId xmlns:a16="http://schemas.microsoft.com/office/drawing/2014/main" id="{C5E1F7EA-D372-4B5D-BF20-324E1DACCF35}"/>
                </a:ext>
              </a:extLst>
            </p:cNvPr>
            <p:cNvSpPr>
              <a:spLocks noChangeArrowheads="1"/>
            </p:cNvSpPr>
            <p:nvPr/>
          </p:nvSpPr>
          <p:spPr bwMode="auto">
            <a:xfrm>
              <a:off x="3783" y="3740"/>
              <a:ext cx="1231" cy="8"/>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0" name="Rectangle 112">
              <a:extLst>
                <a:ext uri="{FF2B5EF4-FFF2-40B4-BE49-F238E27FC236}">
                  <a16:creationId xmlns:a16="http://schemas.microsoft.com/office/drawing/2014/main" id="{A7CCA834-FF4D-4DA5-8FFF-BD131B9D0816}"/>
                </a:ext>
              </a:extLst>
            </p:cNvPr>
            <p:cNvSpPr>
              <a:spLocks noChangeArrowheads="1"/>
            </p:cNvSpPr>
            <p:nvPr/>
          </p:nvSpPr>
          <p:spPr bwMode="auto">
            <a:xfrm>
              <a:off x="3783" y="3732"/>
              <a:ext cx="1231" cy="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1" name="Rectangle 113">
              <a:extLst>
                <a:ext uri="{FF2B5EF4-FFF2-40B4-BE49-F238E27FC236}">
                  <a16:creationId xmlns:a16="http://schemas.microsoft.com/office/drawing/2014/main" id="{34FE77E6-D855-4BFF-96AE-36374108295C}"/>
                </a:ext>
              </a:extLst>
            </p:cNvPr>
            <p:cNvSpPr>
              <a:spLocks noChangeArrowheads="1"/>
            </p:cNvSpPr>
            <p:nvPr/>
          </p:nvSpPr>
          <p:spPr bwMode="auto">
            <a:xfrm>
              <a:off x="3783" y="3724"/>
              <a:ext cx="1231" cy="8"/>
            </a:xfrm>
            <a:prstGeom prst="rect">
              <a:avLst/>
            </a:prstGeom>
            <a:solidFill>
              <a:srgbClr val="FBFB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2" name="Rectangle 114">
              <a:extLst>
                <a:ext uri="{FF2B5EF4-FFF2-40B4-BE49-F238E27FC236}">
                  <a16:creationId xmlns:a16="http://schemas.microsoft.com/office/drawing/2014/main" id="{5E7A5416-6185-45A6-AFB1-416DCB76517C}"/>
                </a:ext>
              </a:extLst>
            </p:cNvPr>
            <p:cNvSpPr>
              <a:spLocks noChangeArrowheads="1"/>
            </p:cNvSpPr>
            <p:nvPr/>
          </p:nvSpPr>
          <p:spPr bwMode="auto">
            <a:xfrm>
              <a:off x="3783" y="3716"/>
              <a:ext cx="1231" cy="8"/>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3" name="Rectangle 115">
              <a:extLst>
                <a:ext uri="{FF2B5EF4-FFF2-40B4-BE49-F238E27FC236}">
                  <a16:creationId xmlns:a16="http://schemas.microsoft.com/office/drawing/2014/main" id="{384AA1E8-EAAC-41D1-984F-C5D61F6A0A0E}"/>
                </a:ext>
              </a:extLst>
            </p:cNvPr>
            <p:cNvSpPr>
              <a:spLocks noChangeArrowheads="1"/>
            </p:cNvSpPr>
            <p:nvPr/>
          </p:nvSpPr>
          <p:spPr bwMode="auto">
            <a:xfrm>
              <a:off x="3783" y="3375"/>
              <a:ext cx="1231" cy="460"/>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24" name="Rectangle 116">
              <a:extLst>
                <a:ext uri="{FF2B5EF4-FFF2-40B4-BE49-F238E27FC236}">
                  <a16:creationId xmlns:a16="http://schemas.microsoft.com/office/drawing/2014/main" id="{FF59BCAD-F0D4-458D-A175-95ACB9D525F6}"/>
                </a:ext>
              </a:extLst>
            </p:cNvPr>
            <p:cNvSpPr>
              <a:spLocks noChangeArrowheads="1"/>
            </p:cNvSpPr>
            <p:nvPr/>
          </p:nvSpPr>
          <p:spPr bwMode="auto">
            <a:xfrm>
              <a:off x="3783" y="3542"/>
              <a:ext cx="1231" cy="8"/>
            </a:xfrm>
            <a:prstGeom prst="rect">
              <a:avLst/>
            </a:prstGeom>
            <a:solidFill>
              <a:srgbClr val="BC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5" name="Rectangle 117">
              <a:extLst>
                <a:ext uri="{FF2B5EF4-FFF2-40B4-BE49-F238E27FC236}">
                  <a16:creationId xmlns:a16="http://schemas.microsoft.com/office/drawing/2014/main" id="{CA3DE66B-9410-4DAE-932D-AB7F9DE7C228}"/>
                </a:ext>
              </a:extLst>
            </p:cNvPr>
            <p:cNvSpPr>
              <a:spLocks noChangeArrowheads="1"/>
            </p:cNvSpPr>
            <p:nvPr/>
          </p:nvSpPr>
          <p:spPr bwMode="auto">
            <a:xfrm>
              <a:off x="3783" y="3534"/>
              <a:ext cx="1231" cy="8"/>
            </a:xfrm>
            <a:prstGeom prst="rect">
              <a:avLst/>
            </a:prstGeom>
            <a:solidFill>
              <a:srgbClr val="BDD3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6" name="Rectangle 118">
              <a:extLst>
                <a:ext uri="{FF2B5EF4-FFF2-40B4-BE49-F238E27FC236}">
                  <a16:creationId xmlns:a16="http://schemas.microsoft.com/office/drawing/2014/main" id="{567A352F-3BE6-475A-A8FB-799DE6DDC77C}"/>
                </a:ext>
              </a:extLst>
            </p:cNvPr>
            <p:cNvSpPr>
              <a:spLocks noChangeArrowheads="1"/>
            </p:cNvSpPr>
            <p:nvPr/>
          </p:nvSpPr>
          <p:spPr bwMode="auto">
            <a:xfrm>
              <a:off x="3783" y="3526"/>
              <a:ext cx="1231" cy="8"/>
            </a:xfrm>
            <a:prstGeom prst="rect">
              <a:avLst/>
            </a:prstGeom>
            <a:solidFill>
              <a:srgbClr val="BFD5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7" name="Rectangle 119">
              <a:extLst>
                <a:ext uri="{FF2B5EF4-FFF2-40B4-BE49-F238E27FC236}">
                  <a16:creationId xmlns:a16="http://schemas.microsoft.com/office/drawing/2014/main" id="{6BBC2BB8-1B1E-42AA-8FB4-2C8F31037FA9}"/>
                </a:ext>
              </a:extLst>
            </p:cNvPr>
            <p:cNvSpPr>
              <a:spLocks noChangeArrowheads="1"/>
            </p:cNvSpPr>
            <p:nvPr/>
          </p:nvSpPr>
          <p:spPr bwMode="auto">
            <a:xfrm>
              <a:off x="3783" y="3518"/>
              <a:ext cx="1231" cy="8"/>
            </a:xfrm>
            <a:prstGeom prst="rect">
              <a:avLst/>
            </a:prstGeom>
            <a:solidFill>
              <a:srgbClr val="C1D6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8" name="Rectangle 120">
              <a:extLst>
                <a:ext uri="{FF2B5EF4-FFF2-40B4-BE49-F238E27FC236}">
                  <a16:creationId xmlns:a16="http://schemas.microsoft.com/office/drawing/2014/main" id="{E3FAE9C5-8317-44EF-BB60-75C59947D94A}"/>
                </a:ext>
              </a:extLst>
            </p:cNvPr>
            <p:cNvSpPr>
              <a:spLocks noChangeArrowheads="1"/>
            </p:cNvSpPr>
            <p:nvPr/>
          </p:nvSpPr>
          <p:spPr bwMode="auto">
            <a:xfrm>
              <a:off x="3783" y="3510"/>
              <a:ext cx="1231" cy="8"/>
            </a:xfrm>
            <a:prstGeom prst="rect">
              <a:avLst/>
            </a:prstGeom>
            <a:solidFill>
              <a:srgbClr val="C2D7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29" name="Rectangle 121">
              <a:extLst>
                <a:ext uri="{FF2B5EF4-FFF2-40B4-BE49-F238E27FC236}">
                  <a16:creationId xmlns:a16="http://schemas.microsoft.com/office/drawing/2014/main" id="{53D8A8FA-291F-4E3B-BABF-BF002DC9C81D}"/>
                </a:ext>
              </a:extLst>
            </p:cNvPr>
            <p:cNvSpPr>
              <a:spLocks noChangeArrowheads="1"/>
            </p:cNvSpPr>
            <p:nvPr/>
          </p:nvSpPr>
          <p:spPr bwMode="auto">
            <a:xfrm>
              <a:off x="3783" y="3502"/>
              <a:ext cx="1231" cy="8"/>
            </a:xfrm>
            <a:prstGeom prst="rect">
              <a:avLst/>
            </a:prstGeom>
            <a:solidFill>
              <a:srgbClr val="C4D9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0" name="Rectangle 122">
              <a:extLst>
                <a:ext uri="{FF2B5EF4-FFF2-40B4-BE49-F238E27FC236}">
                  <a16:creationId xmlns:a16="http://schemas.microsoft.com/office/drawing/2014/main" id="{160B1D3C-55E2-4D05-BE8A-561852302059}"/>
                </a:ext>
              </a:extLst>
            </p:cNvPr>
            <p:cNvSpPr>
              <a:spLocks noChangeArrowheads="1"/>
            </p:cNvSpPr>
            <p:nvPr/>
          </p:nvSpPr>
          <p:spPr bwMode="auto">
            <a:xfrm>
              <a:off x="3783" y="3494"/>
              <a:ext cx="1231" cy="8"/>
            </a:xfrm>
            <a:prstGeom prst="rect">
              <a:avLst/>
            </a:prstGeom>
            <a:solidFill>
              <a:srgbClr val="C6D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1" name="Rectangle 123">
              <a:extLst>
                <a:ext uri="{FF2B5EF4-FFF2-40B4-BE49-F238E27FC236}">
                  <a16:creationId xmlns:a16="http://schemas.microsoft.com/office/drawing/2014/main" id="{8E316B91-0EA4-4BAD-8577-CEAD151B3E0F}"/>
                </a:ext>
              </a:extLst>
            </p:cNvPr>
            <p:cNvSpPr>
              <a:spLocks noChangeArrowheads="1"/>
            </p:cNvSpPr>
            <p:nvPr/>
          </p:nvSpPr>
          <p:spPr bwMode="auto">
            <a:xfrm>
              <a:off x="3783" y="3486"/>
              <a:ext cx="1231" cy="8"/>
            </a:xfrm>
            <a:prstGeom prst="rect">
              <a:avLst/>
            </a:prstGeom>
            <a:solidFill>
              <a:srgbClr val="C7DB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2" name="Rectangle 124">
              <a:extLst>
                <a:ext uri="{FF2B5EF4-FFF2-40B4-BE49-F238E27FC236}">
                  <a16:creationId xmlns:a16="http://schemas.microsoft.com/office/drawing/2014/main" id="{E60555B4-F8DB-4098-996F-B242D58A9B2C}"/>
                </a:ext>
              </a:extLst>
            </p:cNvPr>
            <p:cNvSpPr>
              <a:spLocks noChangeArrowheads="1"/>
            </p:cNvSpPr>
            <p:nvPr/>
          </p:nvSpPr>
          <p:spPr bwMode="auto">
            <a:xfrm>
              <a:off x="3783" y="3478"/>
              <a:ext cx="1231" cy="8"/>
            </a:xfrm>
            <a:prstGeom prst="rect">
              <a:avLst/>
            </a:prstGeom>
            <a:solidFill>
              <a:srgbClr val="C9DCF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3" name="Rectangle 125">
              <a:extLst>
                <a:ext uri="{FF2B5EF4-FFF2-40B4-BE49-F238E27FC236}">
                  <a16:creationId xmlns:a16="http://schemas.microsoft.com/office/drawing/2014/main" id="{5FD09111-1A59-4D8D-8250-DFBCACCFDBA5}"/>
                </a:ext>
              </a:extLst>
            </p:cNvPr>
            <p:cNvSpPr>
              <a:spLocks noChangeArrowheads="1"/>
            </p:cNvSpPr>
            <p:nvPr/>
          </p:nvSpPr>
          <p:spPr bwMode="auto">
            <a:xfrm>
              <a:off x="3783" y="3470"/>
              <a:ext cx="1231" cy="8"/>
            </a:xfrm>
            <a:prstGeom prst="rect">
              <a:avLst/>
            </a:prstGeom>
            <a:solidFill>
              <a:srgbClr val="CBDE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4" name="Rectangle 126">
              <a:extLst>
                <a:ext uri="{FF2B5EF4-FFF2-40B4-BE49-F238E27FC236}">
                  <a16:creationId xmlns:a16="http://schemas.microsoft.com/office/drawing/2014/main" id="{EC16FE2B-08D6-4920-9D68-BAD942B7BB3F}"/>
                </a:ext>
              </a:extLst>
            </p:cNvPr>
            <p:cNvSpPr>
              <a:spLocks noChangeArrowheads="1"/>
            </p:cNvSpPr>
            <p:nvPr/>
          </p:nvSpPr>
          <p:spPr bwMode="auto">
            <a:xfrm>
              <a:off x="3783" y="3462"/>
              <a:ext cx="1231" cy="8"/>
            </a:xfrm>
            <a:prstGeom prst="rect">
              <a:avLst/>
            </a:prstGeom>
            <a:solidFill>
              <a:srgbClr val="CCDF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5" name="Rectangle 127">
              <a:extLst>
                <a:ext uri="{FF2B5EF4-FFF2-40B4-BE49-F238E27FC236}">
                  <a16:creationId xmlns:a16="http://schemas.microsoft.com/office/drawing/2014/main" id="{A1CB3EC2-1350-4324-8683-055FDB97DF73}"/>
                </a:ext>
              </a:extLst>
            </p:cNvPr>
            <p:cNvSpPr>
              <a:spLocks noChangeArrowheads="1"/>
            </p:cNvSpPr>
            <p:nvPr/>
          </p:nvSpPr>
          <p:spPr bwMode="auto">
            <a:xfrm>
              <a:off x="3783" y="3455"/>
              <a:ext cx="1231" cy="7"/>
            </a:xfrm>
            <a:prstGeom prst="rect">
              <a:avLst/>
            </a:prstGeom>
            <a:solidFill>
              <a:srgbClr val="CEE0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6" name="Rectangle 128">
              <a:extLst>
                <a:ext uri="{FF2B5EF4-FFF2-40B4-BE49-F238E27FC236}">
                  <a16:creationId xmlns:a16="http://schemas.microsoft.com/office/drawing/2014/main" id="{29EE91BA-4D39-4617-9754-12AA63E8A357}"/>
                </a:ext>
              </a:extLst>
            </p:cNvPr>
            <p:cNvSpPr>
              <a:spLocks noChangeArrowheads="1"/>
            </p:cNvSpPr>
            <p:nvPr/>
          </p:nvSpPr>
          <p:spPr bwMode="auto">
            <a:xfrm>
              <a:off x="3783" y="3447"/>
              <a:ext cx="1231" cy="8"/>
            </a:xfrm>
            <a:prstGeom prst="rect">
              <a:avLst/>
            </a:prstGeom>
            <a:solidFill>
              <a:srgbClr val="D0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7" name="Rectangle 129">
              <a:extLst>
                <a:ext uri="{FF2B5EF4-FFF2-40B4-BE49-F238E27FC236}">
                  <a16:creationId xmlns:a16="http://schemas.microsoft.com/office/drawing/2014/main" id="{9776F558-EA20-47B2-AABC-81C8D7AA5F9E}"/>
                </a:ext>
              </a:extLst>
            </p:cNvPr>
            <p:cNvSpPr>
              <a:spLocks noChangeArrowheads="1"/>
            </p:cNvSpPr>
            <p:nvPr/>
          </p:nvSpPr>
          <p:spPr bwMode="auto">
            <a:xfrm>
              <a:off x="3783" y="3439"/>
              <a:ext cx="1231" cy="8"/>
            </a:xfrm>
            <a:prstGeom prst="rect">
              <a:avLst/>
            </a:prstGeom>
            <a:solidFill>
              <a:srgbClr val="D1E2F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8" name="Rectangle 130">
              <a:extLst>
                <a:ext uri="{FF2B5EF4-FFF2-40B4-BE49-F238E27FC236}">
                  <a16:creationId xmlns:a16="http://schemas.microsoft.com/office/drawing/2014/main" id="{72E9AFFE-C76D-4A59-BB81-3F50142897F8}"/>
                </a:ext>
              </a:extLst>
            </p:cNvPr>
            <p:cNvSpPr>
              <a:spLocks noChangeArrowheads="1"/>
            </p:cNvSpPr>
            <p:nvPr/>
          </p:nvSpPr>
          <p:spPr bwMode="auto">
            <a:xfrm>
              <a:off x="3783" y="3431"/>
              <a:ext cx="1231" cy="8"/>
            </a:xfrm>
            <a:prstGeom prst="rect">
              <a:avLst/>
            </a:prstGeom>
            <a:solidFill>
              <a:srgbClr val="D3E4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39" name="Rectangle 131">
              <a:extLst>
                <a:ext uri="{FF2B5EF4-FFF2-40B4-BE49-F238E27FC236}">
                  <a16:creationId xmlns:a16="http://schemas.microsoft.com/office/drawing/2014/main" id="{A5EE75BA-1430-43C9-8AD3-32E616743A6D}"/>
                </a:ext>
              </a:extLst>
            </p:cNvPr>
            <p:cNvSpPr>
              <a:spLocks noChangeArrowheads="1"/>
            </p:cNvSpPr>
            <p:nvPr/>
          </p:nvSpPr>
          <p:spPr bwMode="auto">
            <a:xfrm>
              <a:off x="3783" y="3423"/>
              <a:ext cx="1231" cy="8"/>
            </a:xfrm>
            <a:prstGeom prst="rect">
              <a:avLst/>
            </a:prstGeom>
            <a:solidFill>
              <a:srgbClr val="D5E5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0" name="Rectangle 132">
              <a:extLst>
                <a:ext uri="{FF2B5EF4-FFF2-40B4-BE49-F238E27FC236}">
                  <a16:creationId xmlns:a16="http://schemas.microsoft.com/office/drawing/2014/main" id="{DD45AF0D-114E-4C36-BA89-1E578F1851C2}"/>
                </a:ext>
              </a:extLst>
            </p:cNvPr>
            <p:cNvSpPr>
              <a:spLocks noChangeArrowheads="1"/>
            </p:cNvSpPr>
            <p:nvPr/>
          </p:nvSpPr>
          <p:spPr bwMode="auto">
            <a:xfrm>
              <a:off x="3783" y="3415"/>
              <a:ext cx="1231" cy="8"/>
            </a:xfrm>
            <a:prstGeom prst="rect">
              <a:avLst/>
            </a:prstGeom>
            <a:solidFill>
              <a:srgbClr val="D6E6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1" name="Rectangle 133">
              <a:extLst>
                <a:ext uri="{FF2B5EF4-FFF2-40B4-BE49-F238E27FC236}">
                  <a16:creationId xmlns:a16="http://schemas.microsoft.com/office/drawing/2014/main" id="{CD1566B6-2781-4730-BA38-960E50878741}"/>
                </a:ext>
              </a:extLst>
            </p:cNvPr>
            <p:cNvSpPr>
              <a:spLocks noChangeArrowheads="1"/>
            </p:cNvSpPr>
            <p:nvPr/>
          </p:nvSpPr>
          <p:spPr bwMode="auto">
            <a:xfrm>
              <a:off x="3783" y="3407"/>
              <a:ext cx="1231" cy="8"/>
            </a:xfrm>
            <a:prstGeom prst="rect">
              <a:avLst/>
            </a:prstGeom>
            <a:solidFill>
              <a:srgbClr val="D8E8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2" name="Rectangle 134">
              <a:extLst>
                <a:ext uri="{FF2B5EF4-FFF2-40B4-BE49-F238E27FC236}">
                  <a16:creationId xmlns:a16="http://schemas.microsoft.com/office/drawing/2014/main" id="{45201A1E-9949-4D03-A810-0FB689DD92A8}"/>
                </a:ext>
              </a:extLst>
            </p:cNvPr>
            <p:cNvSpPr>
              <a:spLocks noChangeArrowheads="1"/>
            </p:cNvSpPr>
            <p:nvPr/>
          </p:nvSpPr>
          <p:spPr bwMode="auto">
            <a:xfrm>
              <a:off x="3783" y="3399"/>
              <a:ext cx="1231" cy="8"/>
            </a:xfrm>
            <a:prstGeom prst="rect">
              <a:avLst/>
            </a:prstGeom>
            <a:solidFill>
              <a:srgbClr val="DAE9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3" name="Rectangle 135">
              <a:extLst>
                <a:ext uri="{FF2B5EF4-FFF2-40B4-BE49-F238E27FC236}">
                  <a16:creationId xmlns:a16="http://schemas.microsoft.com/office/drawing/2014/main" id="{96E94B56-EFC5-42B3-AB94-6C660897AB54}"/>
                </a:ext>
              </a:extLst>
            </p:cNvPr>
            <p:cNvSpPr>
              <a:spLocks noChangeArrowheads="1"/>
            </p:cNvSpPr>
            <p:nvPr/>
          </p:nvSpPr>
          <p:spPr bwMode="auto">
            <a:xfrm>
              <a:off x="3783" y="3391"/>
              <a:ext cx="1231" cy="8"/>
            </a:xfrm>
            <a:prstGeom prst="rect">
              <a:avLst/>
            </a:prstGeom>
            <a:solidFill>
              <a:srgbClr val="DBEA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4" name="Rectangle 136">
              <a:extLst>
                <a:ext uri="{FF2B5EF4-FFF2-40B4-BE49-F238E27FC236}">
                  <a16:creationId xmlns:a16="http://schemas.microsoft.com/office/drawing/2014/main" id="{BCDD3220-E054-4F32-BF2C-836318D58487}"/>
                </a:ext>
              </a:extLst>
            </p:cNvPr>
            <p:cNvSpPr>
              <a:spLocks noChangeArrowheads="1"/>
            </p:cNvSpPr>
            <p:nvPr/>
          </p:nvSpPr>
          <p:spPr bwMode="auto">
            <a:xfrm>
              <a:off x="3783" y="3383"/>
              <a:ext cx="1231" cy="8"/>
            </a:xfrm>
            <a:prstGeom prst="rect">
              <a:avLst/>
            </a:prstGeom>
            <a:solidFill>
              <a:srgbClr val="DDEB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5" name="Rectangle 137">
              <a:extLst>
                <a:ext uri="{FF2B5EF4-FFF2-40B4-BE49-F238E27FC236}">
                  <a16:creationId xmlns:a16="http://schemas.microsoft.com/office/drawing/2014/main" id="{F05708FC-96FC-4F03-BAB6-EE5AC1E86C55}"/>
                </a:ext>
              </a:extLst>
            </p:cNvPr>
            <p:cNvSpPr>
              <a:spLocks noChangeArrowheads="1"/>
            </p:cNvSpPr>
            <p:nvPr/>
          </p:nvSpPr>
          <p:spPr bwMode="auto">
            <a:xfrm>
              <a:off x="3783" y="3375"/>
              <a:ext cx="1231" cy="8"/>
            </a:xfrm>
            <a:prstGeom prst="rect">
              <a:avLst/>
            </a:prstGeom>
            <a:solidFill>
              <a:srgbClr val="DFED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6" name="Rectangle 138">
              <a:extLst>
                <a:ext uri="{FF2B5EF4-FFF2-40B4-BE49-F238E27FC236}">
                  <a16:creationId xmlns:a16="http://schemas.microsoft.com/office/drawing/2014/main" id="{5D71B3BF-8724-46C6-8410-C202445A9073}"/>
                </a:ext>
              </a:extLst>
            </p:cNvPr>
            <p:cNvSpPr>
              <a:spLocks noChangeArrowheads="1"/>
            </p:cNvSpPr>
            <p:nvPr/>
          </p:nvSpPr>
          <p:spPr bwMode="auto">
            <a:xfrm>
              <a:off x="3783" y="3375"/>
              <a:ext cx="1231" cy="460"/>
            </a:xfrm>
            <a:prstGeom prst="rect">
              <a:avLst/>
            </a:prstGeom>
            <a:noFill/>
            <a:ln w="11113">
              <a:solidFill>
                <a:srgbClr val="6DA3D9"/>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47" name="Rectangle 139">
              <a:extLst>
                <a:ext uri="{FF2B5EF4-FFF2-40B4-BE49-F238E27FC236}">
                  <a16:creationId xmlns:a16="http://schemas.microsoft.com/office/drawing/2014/main" id="{34BC5A0E-EF81-4E9A-9AA9-5A30EC6BE974}"/>
                </a:ext>
              </a:extLst>
            </p:cNvPr>
            <p:cNvSpPr>
              <a:spLocks noChangeArrowheads="1"/>
            </p:cNvSpPr>
            <p:nvPr/>
          </p:nvSpPr>
          <p:spPr bwMode="auto">
            <a:xfrm>
              <a:off x="4236" y="3399"/>
              <a:ext cx="302" cy="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LID4096"/>
            </a:p>
          </p:txBody>
        </p:sp>
        <p:sp>
          <p:nvSpPr>
            <p:cNvPr id="148" name="Rectangle 140">
              <a:extLst>
                <a:ext uri="{FF2B5EF4-FFF2-40B4-BE49-F238E27FC236}">
                  <a16:creationId xmlns:a16="http://schemas.microsoft.com/office/drawing/2014/main" id="{D67F4F7F-63A7-4C51-9CB9-B8D26444E500}"/>
                </a:ext>
              </a:extLst>
            </p:cNvPr>
            <p:cNvSpPr>
              <a:spLocks noChangeArrowheads="1"/>
            </p:cNvSpPr>
            <p:nvPr/>
          </p:nvSpPr>
          <p:spPr bwMode="auto">
            <a:xfrm>
              <a:off x="4292" y="3399"/>
              <a:ext cx="238"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100" b="1" i="0" u="none" strike="noStrike" cap="none" normalizeH="0" baseline="0">
                  <a:ln>
                    <a:noFill/>
                  </a:ln>
                  <a:solidFill>
                    <a:srgbClr val="000000"/>
                  </a:solidFill>
                  <a:effectLst/>
                  <a:latin typeface="Tahoma" panose="020B0604030504040204" pitchFamily="34" charset="0"/>
                </a:rPr>
                <a:t>Cow</a:t>
              </a: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149" name="Freeform 141">
              <a:extLst>
                <a:ext uri="{FF2B5EF4-FFF2-40B4-BE49-F238E27FC236}">
                  <a16:creationId xmlns:a16="http://schemas.microsoft.com/office/drawing/2014/main" id="{FBA622FB-6B6F-404E-8638-A6DF097575F2}"/>
                </a:ext>
              </a:extLst>
            </p:cNvPr>
            <p:cNvSpPr>
              <a:spLocks/>
            </p:cNvSpPr>
            <p:nvPr/>
          </p:nvSpPr>
          <p:spPr bwMode="auto">
            <a:xfrm>
              <a:off x="3783" y="3550"/>
              <a:ext cx="1231" cy="0"/>
            </a:xfrm>
            <a:custGeom>
              <a:avLst/>
              <a:gdLst>
                <a:gd name="T0" fmla="*/ 1231 w 1231"/>
                <a:gd name="T1" fmla="*/ 493 w 1231"/>
                <a:gd name="T2" fmla="*/ 0 w 1231"/>
              </a:gdLst>
              <a:ahLst/>
              <a:cxnLst>
                <a:cxn ang="0">
                  <a:pos x="T0" y="0"/>
                </a:cxn>
                <a:cxn ang="0">
                  <a:pos x="T1" y="0"/>
                </a:cxn>
                <a:cxn ang="0">
                  <a:pos x="T2" y="0"/>
                </a:cxn>
              </a:cxnLst>
              <a:rect l="0" t="0" r="r" b="b"/>
              <a:pathLst>
                <a:path w="1231">
                  <a:moveTo>
                    <a:pt x="1231" y="0"/>
                  </a:moveTo>
                  <a:lnTo>
                    <a:pt x="493" y="0"/>
                  </a:lnTo>
                  <a:lnTo>
                    <a:pt x="0" y="0"/>
                  </a:lnTo>
                </a:path>
              </a:pathLst>
            </a:custGeom>
            <a:noFill/>
            <a:ln w="11113">
              <a:solidFill>
                <a:srgbClr val="6DA3D9"/>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50" name="Line 142">
              <a:extLst>
                <a:ext uri="{FF2B5EF4-FFF2-40B4-BE49-F238E27FC236}">
                  <a16:creationId xmlns:a16="http://schemas.microsoft.com/office/drawing/2014/main" id="{15C07E2F-D11A-486D-991C-5033D22435EF}"/>
                </a:ext>
              </a:extLst>
            </p:cNvPr>
            <p:cNvSpPr>
              <a:spLocks noChangeShapeType="1"/>
            </p:cNvSpPr>
            <p:nvPr/>
          </p:nvSpPr>
          <p:spPr bwMode="auto">
            <a:xfrm>
              <a:off x="3783" y="3692"/>
              <a:ext cx="1231" cy="0"/>
            </a:xfrm>
            <a:prstGeom prst="line">
              <a:avLst/>
            </a:prstGeom>
            <a:noFill/>
            <a:ln w="11113">
              <a:solidFill>
                <a:srgbClr val="6DA3D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51" name="Line 143">
              <a:extLst>
                <a:ext uri="{FF2B5EF4-FFF2-40B4-BE49-F238E27FC236}">
                  <a16:creationId xmlns:a16="http://schemas.microsoft.com/office/drawing/2014/main" id="{B4FDE5BD-850B-4A5C-A09E-0BB2D50443F3}"/>
                </a:ext>
              </a:extLst>
            </p:cNvPr>
            <p:cNvSpPr>
              <a:spLocks noChangeShapeType="1"/>
            </p:cNvSpPr>
            <p:nvPr/>
          </p:nvSpPr>
          <p:spPr bwMode="auto">
            <a:xfrm flipV="1">
              <a:off x="4443" y="2868"/>
              <a:ext cx="0" cy="499"/>
            </a:xfrm>
            <a:prstGeom prst="line">
              <a:avLst/>
            </a:prstGeom>
            <a:noFill/>
            <a:ln w="11113">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152" name="Freeform 144">
              <a:extLst>
                <a:ext uri="{FF2B5EF4-FFF2-40B4-BE49-F238E27FC236}">
                  <a16:creationId xmlns:a16="http://schemas.microsoft.com/office/drawing/2014/main" id="{9CB75E73-4AFA-4F79-A0A3-6FD312CA5E7C}"/>
                </a:ext>
              </a:extLst>
            </p:cNvPr>
            <p:cNvSpPr>
              <a:spLocks/>
            </p:cNvSpPr>
            <p:nvPr/>
          </p:nvSpPr>
          <p:spPr bwMode="auto">
            <a:xfrm>
              <a:off x="4379" y="2868"/>
              <a:ext cx="127" cy="96"/>
            </a:xfrm>
            <a:custGeom>
              <a:avLst/>
              <a:gdLst>
                <a:gd name="T0" fmla="*/ 0 w 127"/>
                <a:gd name="T1" fmla="*/ 96 h 96"/>
                <a:gd name="T2" fmla="*/ 64 w 127"/>
                <a:gd name="T3" fmla="*/ 0 h 96"/>
                <a:gd name="T4" fmla="*/ 127 w 127"/>
                <a:gd name="T5" fmla="*/ 96 h 96"/>
                <a:gd name="T6" fmla="*/ 0 w 127"/>
                <a:gd name="T7" fmla="*/ 96 h 96"/>
              </a:gdLst>
              <a:ahLst/>
              <a:cxnLst>
                <a:cxn ang="0">
                  <a:pos x="T0" y="T1"/>
                </a:cxn>
                <a:cxn ang="0">
                  <a:pos x="T2" y="T3"/>
                </a:cxn>
                <a:cxn ang="0">
                  <a:pos x="T4" y="T5"/>
                </a:cxn>
                <a:cxn ang="0">
                  <a:pos x="T6" y="T7"/>
                </a:cxn>
              </a:cxnLst>
              <a:rect l="0" t="0" r="r" b="b"/>
              <a:pathLst>
                <a:path w="127" h="96">
                  <a:moveTo>
                    <a:pt x="0" y="96"/>
                  </a:moveTo>
                  <a:lnTo>
                    <a:pt x="64" y="0"/>
                  </a:lnTo>
                  <a:lnTo>
                    <a:pt x="127" y="96"/>
                  </a:lnTo>
                  <a:lnTo>
                    <a:pt x="0" y="96"/>
                  </a:lnTo>
                  <a:close/>
                </a:path>
              </a:pathLst>
            </a:custGeom>
            <a:solidFill>
              <a:srgbClr val="000000"/>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53" name="Freeform 145">
              <a:extLst>
                <a:ext uri="{FF2B5EF4-FFF2-40B4-BE49-F238E27FC236}">
                  <a16:creationId xmlns:a16="http://schemas.microsoft.com/office/drawing/2014/main" id="{235217AE-B867-40C9-B737-56AB6B91951F}"/>
                </a:ext>
              </a:extLst>
            </p:cNvPr>
            <p:cNvSpPr>
              <a:spLocks/>
            </p:cNvSpPr>
            <p:nvPr/>
          </p:nvSpPr>
          <p:spPr bwMode="auto">
            <a:xfrm>
              <a:off x="4379" y="2868"/>
              <a:ext cx="127" cy="96"/>
            </a:xfrm>
            <a:custGeom>
              <a:avLst/>
              <a:gdLst>
                <a:gd name="T0" fmla="*/ 0 w 127"/>
                <a:gd name="T1" fmla="*/ 96 h 96"/>
                <a:gd name="T2" fmla="*/ 64 w 127"/>
                <a:gd name="T3" fmla="*/ 0 h 96"/>
                <a:gd name="T4" fmla="*/ 127 w 127"/>
                <a:gd name="T5" fmla="*/ 96 h 96"/>
                <a:gd name="T6" fmla="*/ 0 w 127"/>
                <a:gd name="T7" fmla="*/ 96 h 96"/>
              </a:gdLst>
              <a:ahLst/>
              <a:cxnLst>
                <a:cxn ang="0">
                  <a:pos x="T0" y="T1"/>
                </a:cxn>
                <a:cxn ang="0">
                  <a:pos x="T2" y="T3"/>
                </a:cxn>
                <a:cxn ang="0">
                  <a:pos x="T4" y="T5"/>
                </a:cxn>
                <a:cxn ang="0">
                  <a:pos x="T6" y="T7"/>
                </a:cxn>
              </a:cxnLst>
              <a:rect l="0" t="0" r="r" b="b"/>
              <a:pathLst>
                <a:path w="127" h="96">
                  <a:moveTo>
                    <a:pt x="0" y="96"/>
                  </a:moveTo>
                  <a:lnTo>
                    <a:pt x="64" y="0"/>
                  </a:lnTo>
                  <a:lnTo>
                    <a:pt x="127" y="96"/>
                  </a:lnTo>
                  <a:lnTo>
                    <a:pt x="0" y="96"/>
                  </a:lnTo>
                  <a:close/>
                </a:path>
              </a:pathLst>
            </a:custGeom>
            <a:solidFill>
              <a:srgbClr val="FFFFFF"/>
            </a:solidFill>
            <a:ln w="11113">
              <a:solidFill>
                <a:srgbClr val="808080"/>
              </a:solidFill>
              <a:prstDash val="solid"/>
              <a:round/>
              <a:headEnd/>
              <a:tailEnd/>
            </a:ln>
          </p:spPr>
          <p:txBody>
            <a:bodyPr vert="horz" wrap="square" lIns="91440" tIns="45720" rIns="91440" bIns="45720" numCol="1" anchor="t" anchorCtr="0" compatLnSpc="1">
              <a:prstTxWarp prst="textNoShape">
                <a:avLst/>
              </a:prstTxWarp>
            </a:bodyPr>
            <a:lstStyle/>
            <a:p>
              <a:endParaRPr lang="LID4096"/>
            </a:p>
          </p:txBody>
        </p:sp>
        <p:sp>
          <p:nvSpPr>
            <p:cNvPr id="154" name="Rectangle 50">
              <a:extLst>
                <a:ext uri="{FF2B5EF4-FFF2-40B4-BE49-F238E27FC236}">
                  <a16:creationId xmlns:a16="http://schemas.microsoft.com/office/drawing/2014/main" id="{576D0955-97AC-4172-B629-748F455CFEC1}"/>
                </a:ext>
              </a:extLst>
            </p:cNvPr>
            <p:cNvSpPr>
              <a:spLocks noChangeArrowheads="1"/>
            </p:cNvSpPr>
            <p:nvPr/>
          </p:nvSpPr>
          <p:spPr bwMode="auto">
            <a:xfrm>
              <a:off x="3998" y="2704"/>
              <a:ext cx="54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LID4096" sz="1100" b="0" i="1" u="none" strike="noStrike" cap="none" normalizeH="0" baseline="0" dirty="0" err="1">
                  <a:ln>
                    <a:noFill/>
                  </a:ln>
                  <a:solidFill>
                    <a:srgbClr val="000000"/>
                  </a:solidFill>
                  <a:effectLst/>
                  <a:latin typeface="Tahoma" panose="020B0604030504040204" pitchFamily="34" charset="0"/>
                </a:rPr>
                <a:t>getMilk</a:t>
              </a:r>
              <a:r>
                <a:rPr kumimoji="0" lang="LID4096" altLang="LID4096" sz="1100" b="0" i="1" u="none" strike="noStrike" cap="none" normalizeH="0" baseline="0" dirty="0">
                  <a:ln>
                    <a:noFill/>
                  </a:ln>
                  <a:solidFill>
                    <a:srgbClr val="000000"/>
                  </a:solidFill>
                  <a:effectLst/>
                  <a:latin typeface="Tahoma" panose="020B0604030504040204" pitchFamily="34" charset="0"/>
                </a:rPr>
                <a:t>():void</a:t>
              </a: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grpSp>
      <p:sp>
        <p:nvSpPr>
          <p:cNvPr id="3" name="Rectangle 2">
            <a:extLst>
              <a:ext uri="{FF2B5EF4-FFF2-40B4-BE49-F238E27FC236}">
                <a16:creationId xmlns:a16="http://schemas.microsoft.com/office/drawing/2014/main" id="{22B84D27-7586-DE1F-1690-CDB368AF436E}"/>
              </a:ext>
            </a:extLst>
          </p:cNvPr>
          <p:cNvSpPr/>
          <p:nvPr/>
        </p:nvSpPr>
        <p:spPr>
          <a:xfrm>
            <a:off x="1187623" y="2643188"/>
            <a:ext cx="3546499" cy="5651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 name="TextBox 3">
            <a:extLst>
              <a:ext uri="{FF2B5EF4-FFF2-40B4-BE49-F238E27FC236}">
                <a16:creationId xmlns:a16="http://schemas.microsoft.com/office/drawing/2014/main" id="{C459D95E-162B-10B2-C603-5A875D1D2973}"/>
              </a:ext>
            </a:extLst>
          </p:cNvPr>
          <p:cNvSpPr txBox="1"/>
          <p:nvPr/>
        </p:nvSpPr>
        <p:spPr>
          <a:xfrm>
            <a:off x="4933006" y="3392654"/>
            <a:ext cx="1223170" cy="369332"/>
          </a:xfrm>
          <a:prstGeom prst="rect">
            <a:avLst/>
          </a:prstGeom>
          <a:noFill/>
        </p:spPr>
        <p:txBody>
          <a:bodyPr wrap="square" rtlCol="0">
            <a:spAutoFit/>
          </a:bodyPr>
          <a:lstStyle/>
          <a:p>
            <a:r>
              <a:rPr lang="en-US" dirty="0">
                <a:solidFill>
                  <a:srgbClr val="FF0000"/>
                </a:solidFill>
              </a:rPr>
              <a:t>consumer</a:t>
            </a:r>
            <a:endParaRPr lang="LID4096" dirty="0">
              <a:solidFill>
                <a:srgbClr val="FF0000"/>
              </a:solidFill>
            </a:endParaRPr>
          </a:p>
        </p:txBody>
      </p:sp>
      <p:cxnSp>
        <p:nvCxnSpPr>
          <p:cNvPr id="5" name="Straight Arrow Connector 4">
            <a:extLst>
              <a:ext uri="{FF2B5EF4-FFF2-40B4-BE49-F238E27FC236}">
                <a16:creationId xmlns:a16="http://schemas.microsoft.com/office/drawing/2014/main" id="{C3743956-7BF5-83AA-A9A6-157BCEEDDCE9}"/>
              </a:ext>
            </a:extLst>
          </p:cNvPr>
          <p:cNvCxnSpPr>
            <a:cxnSpLocks/>
            <a:stCxn id="4" idx="1"/>
          </p:cNvCxnSpPr>
          <p:nvPr/>
        </p:nvCxnSpPr>
        <p:spPr>
          <a:xfrm flipH="1" flipV="1">
            <a:off x="4575109" y="3238238"/>
            <a:ext cx="357897" cy="3390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5C44594-0DA3-17D7-7C50-8D18355E8C1A}"/>
              </a:ext>
            </a:extLst>
          </p:cNvPr>
          <p:cNvSpPr/>
          <p:nvPr/>
        </p:nvSpPr>
        <p:spPr>
          <a:xfrm>
            <a:off x="5652120" y="1844824"/>
            <a:ext cx="699033" cy="2762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404691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7C81A-C22B-4383-99B6-5401F2BCFF89}"/>
              </a:ext>
            </a:extLst>
          </p:cNvPr>
          <p:cNvSpPr>
            <a:spLocks noGrp="1"/>
          </p:cNvSpPr>
          <p:nvPr>
            <p:ph type="title"/>
          </p:nvPr>
        </p:nvSpPr>
        <p:spPr/>
        <p:txBody>
          <a:bodyPr/>
          <a:lstStyle/>
          <a:p>
            <a:pPr algn="r" rtl="1"/>
            <a:r>
              <a:rPr lang="he-IL">
                <a:latin typeface="Arial"/>
                <a:cs typeface="Arial"/>
              </a:rPr>
              <a:t>Type erasure</a:t>
            </a:r>
            <a:endParaRPr lang="he-IL" dirty="0"/>
          </a:p>
        </p:txBody>
      </p:sp>
      <p:sp>
        <p:nvSpPr>
          <p:cNvPr id="3" name="Content Placeholder 2">
            <a:extLst>
              <a:ext uri="{FF2B5EF4-FFF2-40B4-BE49-F238E27FC236}">
                <a16:creationId xmlns:a16="http://schemas.microsoft.com/office/drawing/2014/main" id="{37380217-2BAB-4F77-A284-F916BDC42198}"/>
              </a:ext>
            </a:extLst>
          </p:cNvPr>
          <p:cNvSpPr>
            <a:spLocks noGrp="1"/>
          </p:cNvSpPr>
          <p:nvPr>
            <p:ph idx="1"/>
          </p:nvPr>
        </p:nvSpPr>
        <p:spPr/>
        <p:txBody>
          <a:bodyPr/>
          <a:lstStyle/>
          <a:p>
            <a:pPr algn="r" rtl="1">
              <a:buFont typeface="Wingdings 3" panose="05040102010807070707" pitchFamily="18" charset="2"/>
              <a:buChar char=""/>
            </a:pPr>
            <a:r>
              <a:rPr lang="he-IL" dirty="0" err="1">
                <a:latin typeface="Arial"/>
                <a:cs typeface="Arial"/>
              </a:rPr>
              <a:t>Generics</a:t>
            </a:r>
            <a:r>
              <a:rPr lang="he-IL" dirty="0">
                <a:latin typeface="Arial"/>
                <a:cs typeface="Arial"/>
              </a:rPr>
              <a:t> נוספו ל-Java על מנת להבטיח בטיחות טיפוסים.</a:t>
            </a:r>
          </a:p>
          <a:p>
            <a:pPr algn="r" rtl="1">
              <a:buFont typeface="Wingdings 3" panose="05040102010807070707" pitchFamily="18" charset="2"/>
              <a:buChar char=""/>
            </a:pPr>
            <a:r>
              <a:rPr lang="he-IL" dirty="0">
                <a:latin typeface="Arial"/>
                <a:cs typeface="Arial"/>
              </a:rPr>
              <a:t>על מנת להבטיח ש-Generics לא יפגעו בביצועים בזמן הריצה, הקומפיילר מפעיל תהליך הנקרא type erasure על ה-Generics בזמן הקומפילציה.</a:t>
            </a:r>
            <a:endParaRPr lang="he-IL" dirty="0"/>
          </a:p>
        </p:txBody>
      </p:sp>
      <p:sp>
        <p:nvSpPr>
          <p:cNvPr id="7" name="Date Placeholder 6">
            <a:extLst>
              <a:ext uri="{FF2B5EF4-FFF2-40B4-BE49-F238E27FC236}">
                <a16:creationId xmlns:a16="http://schemas.microsoft.com/office/drawing/2014/main" id="{C8073AE4-CDB4-41BC-B8FE-F9F6AEB5C773}"/>
              </a:ext>
            </a:extLst>
          </p:cNvPr>
          <p:cNvSpPr>
            <a:spLocks noGrp="1"/>
          </p:cNvSpPr>
          <p:nvPr>
            <p:ph type="dt" sz="half" idx="10"/>
          </p:nvPr>
        </p:nvSpPr>
        <p:spPr/>
        <p:txBody>
          <a:bodyPr/>
          <a:lstStyle/>
          <a:p>
            <a:fld id="{E3254277-0583-4F11-933E-B0F884B82FF8}" type="datetime8">
              <a:rPr lang="he-IL" smtClean="0"/>
              <a:t>19 אפריל 26</a:t>
            </a:fld>
            <a:endParaRPr lang="en-US" dirty="0"/>
          </a:p>
        </p:txBody>
      </p:sp>
      <p:sp>
        <p:nvSpPr>
          <p:cNvPr id="8" name="Footer Placeholder 7">
            <a:extLst>
              <a:ext uri="{FF2B5EF4-FFF2-40B4-BE49-F238E27FC236}">
                <a16:creationId xmlns:a16="http://schemas.microsoft.com/office/drawing/2014/main" id="{2BC58D6F-6E4D-43D0-B32D-4681A55B0F67}"/>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5C9033C3-0B4E-4A31-B9DF-798CC2E384E9}"/>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32</a:t>
            </a:fld>
            <a:endParaRPr kumimoji="0" lang="en-US" dirty="0"/>
          </a:p>
        </p:txBody>
      </p:sp>
    </p:spTree>
    <p:extLst>
      <p:ext uri="{BB962C8B-B14F-4D97-AF65-F5344CB8AC3E}">
        <p14:creationId xmlns:p14="http://schemas.microsoft.com/office/powerpoint/2010/main" val="790942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CB05BF-A0BE-40E4-BE15-19CC6C5D21FD}"/>
              </a:ext>
            </a:extLst>
          </p:cNvPr>
          <p:cNvSpPr>
            <a:spLocks noGrp="1"/>
          </p:cNvSpPr>
          <p:nvPr>
            <p:ph idx="1"/>
          </p:nvPr>
        </p:nvSpPr>
        <p:spPr>
          <a:xfrm>
            <a:off x="685800" y="1124744"/>
            <a:ext cx="7772400" cy="5231606"/>
          </a:xfrm>
        </p:spPr>
        <p:txBody>
          <a:bodyPr>
            <a:normAutofit/>
          </a:bodyPr>
          <a:lstStyle/>
          <a:p>
            <a:pPr marL="0" indent="0">
              <a:lnSpc>
                <a:spcPct val="107000"/>
              </a:lnSpc>
              <a:spcAft>
                <a:spcPts val="0"/>
              </a:spcAft>
              <a:buNone/>
            </a:pPr>
            <a:r>
              <a:rPr lang="en-US" sz="1800" b="1" dirty="0">
                <a:solidFill>
                  <a:srgbClr val="7F0055"/>
                </a:solidFill>
                <a:latin typeface="Consolas" panose="020B0609020204030204" pitchFamily="49" charset="0"/>
                <a:ea typeface="Calibri" panose="020F0502020204030204" pitchFamily="34" charset="0"/>
                <a:cs typeface="Consolas" panose="020B0609020204030204" pitchFamily="49" charset="0"/>
              </a:rPr>
              <a:t>public</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&lt;T&gt; List&lt;T&gt; </a:t>
            </a:r>
            <a:r>
              <a:rPr lang="en-US" sz="1800" dirty="0" err="1">
                <a:solidFill>
                  <a:srgbClr val="000000"/>
                </a:solidFill>
                <a:latin typeface="Consolas" panose="020B0609020204030204" pitchFamily="49" charset="0"/>
                <a:ea typeface="Calibri" panose="020F0502020204030204" pitchFamily="34" charset="0"/>
                <a:cs typeface="Consolas" panose="020B0609020204030204" pitchFamily="49" charset="0"/>
              </a:rPr>
              <a:t>genericMethod</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(List&lt;T&gt; </a:t>
            </a:r>
            <a:r>
              <a:rPr lang="en-US" sz="1800" dirty="0">
                <a:solidFill>
                  <a:srgbClr val="6A3E3E"/>
                </a:solidFill>
                <a:latin typeface="Consolas" panose="020B0609020204030204" pitchFamily="49" charset="0"/>
                <a:ea typeface="Calibri" panose="020F0502020204030204" pitchFamily="34" charset="0"/>
                <a:cs typeface="Consolas" panose="020B0609020204030204" pitchFamily="49" charset="0"/>
              </a:rPr>
              <a:t>list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0"/>
              </a:spcAft>
              <a:buNone/>
            </a:pPr>
            <a:r>
              <a:rPr lang="en-US" sz="1800"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return</a:t>
            </a:r>
            <a:r>
              <a:rPr lang="en-US" sz="1800" b="1" dirty="0">
                <a:solidFill>
                  <a:srgbClr val="000000"/>
                </a:solidFill>
                <a:latin typeface="Consolas" panose="020B0609020204030204" pitchFamily="49" charset="0"/>
              </a:rPr>
              <a:t> </a:t>
            </a:r>
            <a:r>
              <a:rPr lang="en-US" sz="1800" b="1" dirty="0" err="1">
                <a:solidFill>
                  <a:srgbClr val="6A3E3E"/>
                </a:solidFill>
                <a:latin typeface="Consolas" panose="020B0609020204030204" pitchFamily="49" charset="0"/>
              </a:rPr>
              <a:t>list</a:t>
            </a:r>
            <a:r>
              <a:rPr lang="en-US" sz="1800" b="1" dirty="0" err="1">
                <a:solidFill>
                  <a:srgbClr val="000000"/>
                </a:solidFill>
                <a:latin typeface="Consolas" panose="020B0609020204030204" pitchFamily="49" charset="0"/>
              </a:rPr>
              <a:t>.stream</a:t>
            </a:r>
            <a:r>
              <a:rPr lang="en-US" sz="1800" b="1" dirty="0">
                <a:solidFill>
                  <a:srgbClr val="000000"/>
                </a:solidFill>
                <a:latin typeface="Consolas" panose="020B0609020204030204" pitchFamily="49" charset="0"/>
              </a:rPr>
              <a:t>().collect(</a:t>
            </a:r>
            <a:r>
              <a:rPr lang="en-US" sz="1800" b="1" dirty="0" err="1">
                <a:solidFill>
                  <a:srgbClr val="000000"/>
                </a:solidFill>
                <a:latin typeface="Consolas" panose="020B0609020204030204" pitchFamily="49" charset="0"/>
              </a:rPr>
              <a:t>Collectors.</a:t>
            </a:r>
            <a:r>
              <a:rPr lang="en-US" sz="1800" b="1" i="1" dirty="0" err="1">
                <a:solidFill>
                  <a:srgbClr val="000000"/>
                </a:solidFill>
                <a:latin typeface="Consolas" panose="020B0609020204030204" pitchFamily="49" charset="0"/>
              </a:rPr>
              <a:t>toList</a:t>
            </a:r>
            <a:r>
              <a:rPr lang="en-US" sz="1800" b="1" i="1" dirty="0">
                <a:solidFill>
                  <a:srgbClr val="000000"/>
                </a:solidFill>
                <a:latin typeface="Consolas" panose="020B0609020204030204" pitchFamily="49"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p>
          <a:p>
            <a:pPr marL="0" indent="0" rtl="1">
              <a:lnSpc>
                <a:spcPct val="107000"/>
              </a:lnSpc>
              <a:spcBef>
                <a:spcPts val="0"/>
              </a:spcBef>
              <a:spcAft>
                <a:spcPts val="800"/>
              </a:spcAft>
              <a:buNone/>
            </a:pPr>
            <a:endParaRPr lang="he-IL" sz="1800" dirty="0">
              <a:solidFill>
                <a:srgbClr val="000000"/>
              </a:solidFill>
              <a:latin typeface="Arial"/>
              <a:ea typeface="Arial"/>
              <a:cs typeface="Arial"/>
            </a:endParaRPr>
          </a:p>
          <a:p>
            <a:pPr marL="0" indent="0" algn="r" rtl="1">
              <a:lnSpc>
                <a:spcPct val="107000"/>
              </a:lnSpc>
              <a:spcBef>
                <a:spcPts val="0"/>
              </a:spcBef>
              <a:spcAft>
                <a:spcPts val="800"/>
              </a:spcAft>
              <a:buNone/>
            </a:pPr>
            <a:r>
              <a:rPr lang="he-IL" sz="2400" dirty="0">
                <a:solidFill>
                  <a:schemeClr val="accent2"/>
                </a:solidFill>
                <a:latin typeface="Arial"/>
                <a:cs typeface="Arial"/>
              </a:rPr>
              <a:t>בעת הקומפילציה, ישתנה ל:</a:t>
            </a:r>
            <a:endParaRPr lang="he-IL" sz="2400" dirty="0">
              <a:solidFill>
                <a:schemeClr val="accent2"/>
              </a:solidFill>
              <a:latin typeface="Arial"/>
              <a:ea typeface="Arial"/>
              <a:cs typeface="Arial"/>
            </a:endParaRPr>
          </a:p>
          <a:p>
            <a:pPr marL="0" indent="0">
              <a:lnSpc>
                <a:spcPct val="107000"/>
              </a:lnSpc>
              <a:spcAft>
                <a:spcPts val="0"/>
              </a:spcAft>
              <a:buNone/>
            </a:pPr>
            <a:r>
              <a:rPr lang="en-US" sz="1800" b="1" dirty="0">
                <a:solidFill>
                  <a:srgbClr val="7F0055"/>
                </a:solidFill>
                <a:latin typeface="Consolas" panose="020B0609020204030204" pitchFamily="49" charset="0"/>
                <a:ea typeface="Calibri" panose="020F0502020204030204" pitchFamily="34" charset="0"/>
                <a:cs typeface="Consolas" panose="020B0609020204030204" pitchFamily="49" charset="0"/>
              </a:rPr>
              <a:t>public</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List&lt;Object&gt; </a:t>
            </a:r>
            <a:r>
              <a:rPr lang="en-US" sz="1800" dirty="0" err="1">
                <a:solidFill>
                  <a:srgbClr val="000000"/>
                </a:solidFill>
                <a:latin typeface="Consolas" panose="020B0609020204030204" pitchFamily="49" charset="0"/>
                <a:ea typeface="Calibri" panose="020F0502020204030204" pitchFamily="34" charset="0"/>
                <a:cs typeface="Consolas" panose="020B0609020204030204" pitchFamily="49" charset="0"/>
              </a:rPr>
              <a:t>withErasure</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(List&lt;Object&gt; </a:t>
            </a:r>
            <a:r>
              <a:rPr lang="en-US" sz="1800" dirty="0">
                <a:solidFill>
                  <a:srgbClr val="6A3E3E"/>
                </a:solidFill>
                <a:latin typeface="Consolas" panose="020B0609020204030204" pitchFamily="49" charset="0"/>
                <a:ea typeface="Calibri" panose="020F0502020204030204" pitchFamily="34" charset="0"/>
                <a:cs typeface="Consolas" panose="020B0609020204030204" pitchFamily="49" charset="0"/>
              </a:rPr>
              <a:t>list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0"/>
              </a:spcAft>
              <a:buNone/>
            </a:pP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b="1" dirty="0">
                <a:solidFill>
                  <a:srgbClr val="7F0055"/>
                </a:solidFill>
                <a:latin typeface="Consolas" panose="020B0609020204030204" pitchFamily="49" charset="0"/>
                <a:ea typeface="Calibri" panose="020F0502020204030204" pitchFamily="34" charset="0"/>
                <a:cs typeface="Consolas" panose="020B0609020204030204" pitchFamily="49" charset="0"/>
              </a:rPr>
              <a:t>return</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6A3E3E"/>
                </a:solidFill>
                <a:latin typeface="Consolas" panose="020B0609020204030204" pitchFamily="49" charset="0"/>
                <a:ea typeface="Calibri" panose="020F0502020204030204" pitchFamily="34" charset="0"/>
                <a:cs typeface="Consolas" panose="020B0609020204030204" pitchFamily="49" charset="0"/>
              </a:rPr>
              <a:t>list</a:t>
            </a:r>
            <a:r>
              <a:rPr lang="en-US" sz="1800" dirty="0" err="1">
                <a:solidFill>
                  <a:srgbClr val="000000"/>
                </a:solidFill>
                <a:latin typeface="Consolas" panose="020B0609020204030204" pitchFamily="49" charset="0"/>
                <a:ea typeface="Calibri" panose="020F0502020204030204" pitchFamily="34" charset="0"/>
                <a:cs typeface="Consolas" panose="020B0609020204030204" pitchFamily="49" charset="0"/>
              </a:rPr>
              <a:t>.stream</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().collect(</a:t>
            </a:r>
            <a:r>
              <a:rPr lang="en-US" sz="18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Collectors.toList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0"/>
              </a:spcAft>
              <a:buNone/>
            </a:pP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Bef>
                <a:spcPts val="0"/>
              </a:spcBef>
              <a:spcAft>
                <a:spcPts val="0"/>
              </a:spcAft>
              <a:buNone/>
            </a:pPr>
            <a:r>
              <a:rPr lang="he-IL" dirty="0">
                <a:latin typeface="Arial"/>
                <a:cs typeface="Arial"/>
              </a:rPr>
              <a:t> </a:t>
            </a:r>
            <a:endParaRPr lang="he-IL" sz="1800" dirty="0">
              <a:latin typeface="Arial"/>
              <a:ea typeface="Arial"/>
              <a:cs typeface="Arial"/>
            </a:endParaRPr>
          </a:p>
          <a:p>
            <a:pPr marL="0" indent="0" algn="r" rtl="1">
              <a:lnSpc>
                <a:spcPct val="107000"/>
              </a:lnSpc>
              <a:spcBef>
                <a:spcPts val="0"/>
              </a:spcBef>
              <a:spcAft>
                <a:spcPts val="0"/>
              </a:spcAft>
              <a:buNone/>
            </a:pPr>
            <a:r>
              <a:rPr lang="he-IL" sz="2400" dirty="0">
                <a:solidFill>
                  <a:schemeClr val="accent2"/>
                </a:solidFill>
                <a:latin typeface="Arial"/>
                <a:cs typeface="Arial"/>
              </a:rPr>
              <a:t>בפועל זה מוביל ל:</a:t>
            </a:r>
          </a:p>
          <a:p>
            <a:pPr marL="0" indent="0">
              <a:lnSpc>
                <a:spcPct val="107000"/>
              </a:lnSpc>
              <a:spcAft>
                <a:spcPts val="0"/>
              </a:spcAft>
              <a:buNone/>
            </a:pPr>
            <a:r>
              <a:rPr lang="en-US" sz="1800" b="1" dirty="0">
                <a:solidFill>
                  <a:srgbClr val="7F0055"/>
                </a:solidFill>
                <a:latin typeface="Consolas" panose="020B0609020204030204" pitchFamily="49" charset="0"/>
                <a:ea typeface="Calibri" panose="020F0502020204030204" pitchFamily="34" charset="0"/>
                <a:cs typeface="Consolas" panose="020B0609020204030204" pitchFamily="49" charset="0"/>
              </a:rPr>
              <a:t>public</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List </a:t>
            </a:r>
            <a:r>
              <a:rPr lang="en-US" sz="1800" dirty="0" err="1">
                <a:solidFill>
                  <a:srgbClr val="000000"/>
                </a:solidFill>
                <a:latin typeface="Consolas" panose="020B0609020204030204" pitchFamily="49" charset="0"/>
                <a:ea typeface="Calibri" panose="020F0502020204030204" pitchFamily="34" charset="0"/>
                <a:cs typeface="Consolas" panose="020B0609020204030204" pitchFamily="49" charset="0"/>
              </a:rPr>
              <a:t>withErasure</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(List </a:t>
            </a:r>
            <a:r>
              <a:rPr lang="en-US" sz="1800" dirty="0">
                <a:solidFill>
                  <a:srgbClr val="6A3E3E"/>
                </a:solidFill>
                <a:latin typeface="Consolas" panose="020B0609020204030204" pitchFamily="49" charset="0"/>
                <a:ea typeface="Calibri" panose="020F0502020204030204" pitchFamily="34" charset="0"/>
                <a:cs typeface="Consolas" panose="020B0609020204030204" pitchFamily="49" charset="0"/>
              </a:rPr>
              <a:t>list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0"/>
              </a:spcAft>
              <a:buNone/>
            </a:pP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b="1" dirty="0">
                <a:solidFill>
                  <a:srgbClr val="7F0055"/>
                </a:solidFill>
                <a:latin typeface="Consolas" panose="020B0609020204030204" pitchFamily="49" charset="0"/>
                <a:ea typeface="Calibri" panose="020F0502020204030204" pitchFamily="34" charset="0"/>
                <a:cs typeface="Consolas" panose="020B0609020204030204" pitchFamily="49" charset="0"/>
              </a:rPr>
              <a:t>return</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800" dirty="0" err="1">
                <a:solidFill>
                  <a:srgbClr val="6A3E3E"/>
                </a:solidFill>
                <a:latin typeface="Consolas" panose="020B0609020204030204" pitchFamily="49" charset="0"/>
                <a:ea typeface="Calibri" panose="020F0502020204030204" pitchFamily="34" charset="0"/>
                <a:cs typeface="Consolas" panose="020B0609020204030204" pitchFamily="49" charset="0"/>
              </a:rPr>
              <a:t>list</a:t>
            </a:r>
            <a:r>
              <a:rPr lang="en-US" sz="1800" dirty="0" err="1">
                <a:solidFill>
                  <a:srgbClr val="000000"/>
                </a:solidFill>
                <a:latin typeface="Consolas" panose="020B0609020204030204" pitchFamily="49" charset="0"/>
                <a:ea typeface="Calibri" panose="020F0502020204030204" pitchFamily="34" charset="0"/>
                <a:cs typeface="Consolas" panose="020B0609020204030204" pitchFamily="49" charset="0"/>
              </a:rPr>
              <a:t>.stream</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().collect(</a:t>
            </a:r>
            <a:r>
              <a:rPr lang="en-US" sz="1800" dirty="0" err="1">
                <a:solidFill>
                  <a:srgbClr val="000000"/>
                </a:solidFill>
                <a:latin typeface="Consolas" panose="020B0609020204030204" pitchFamily="49" charset="0"/>
                <a:ea typeface="Calibri" panose="020F0502020204030204" pitchFamily="34" charset="0"/>
                <a:cs typeface="Consolas" panose="020B0609020204030204" pitchFamily="49" charset="0"/>
              </a:rPr>
              <a:t>Collectors.toList</a:t>
            </a: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0"/>
              </a:spcAft>
              <a:buNone/>
            </a:pPr>
            <a:r>
              <a:rPr lang="en-US" sz="18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1800" dirty="0">
              <a:latin typeface="Calibri" panose="020F0502020204030204" pitchFamily="34" charset="0"/>
              <a:ea typeface="Calibri" panose="020F0502020204030204" pitchFamily="34" charset="0"/>
              <a:cs typeface="Arial" panose="020B0604020202020204" pitchFamily="34" charset="0"/>
            </a:endParaRPr>
          </a:p>
          <a:p>
            <a:pPr marL="0" indent="0" rtl="1">
              <a:buNone/>
            </a:pPr>
            <a:endParaRPr lang="he-IL" sz="1800" dirty="0"/>
          </a:p>
        </p:txBody>
      </p:sp>
      <p:sp>
        <p:nvSpPr>
          <p:cNvPr id="6" name="Title 1">
            <a:extLst>
              <a:ext uri="{FF2B5EF4-FFF2-40B4-BE49-F238E27FC236}">
                <a16:creationId xmlns:a16="http://schemas.microsoft.com/office/drawing/2014/main" id="{5ACF67C6-95D7-45D4-9825-87D13F486F68}"/>
              </a:ext>
            </a:extLst>
          </p:cNvPr>
          <p:cNvSpPr>
            <a:spLocks noGrp="1"/>
          </p:cNvSpPr>
          <p:nvPr>
            <p:ph type="title"/>
          </p:nvPr>
        </p:nvSpPr>
        <p:spPr>
          <a:xfrm>
            <a:off x="457200" y="152400"/>
            <a:ext cx="8229600" cy="990600"/>
          </a:xfrm>
        </p:spPr>
        <p:txBody>
          <a:bodyPr/>
          <a:lstStyle/>
          <a:p>
            <a:pPr algn="r" rtl="1"/>
            <a:r>
              <a:rPr lang="he-IL">
                <a:latin typeface="Arial"/>
                <a:cs typeface="Arial"/>
              </a:rPr>
              <a:t>type erasure - דוגמא</a:t>
            </a:r>
            <a:endParaRPr lang="he-IL" dirty="0"/>
          </a:p>
        </p:txBody>
      </p:sp>
      <p:sp>
        <p:nvSpPr>
          <p:cNvPr id="7" name="Date Placeholder 6">
            <a:extLst>
              <a:ext uri="{FF2B5EF4-FFF2-40B4-BE49-F238E27FC236}">
                <a16:creationId xmlns:a16="http://schemas.microsoft.com/office/drawing/2014/main" id="{3BCED00F-6536-4A31-832E-CF59D6136037}"/>
              </a:ext>
            </a:extLst>
          </p:cNvPr>
          <p:cNvSpPr>
            <a:spLocks noGrp="1"/>
          </p:cNvSpPr>
          <p:nvPr>
            <p:ph type="dt" sz="half" idx="10"/>
          </p:nvPr>
        </p:nvSpPr>
        <p:spPr/>
        <p:txBody>
          <a:bodyPr/>
          <a:lstStyle/>
          <a:p>
            <a:fld id="{A7CC50BB-7E34-4F4A-87C5-7F33C5A1513C}" type="datetime8">
              <a:rPr lang="he-IL" smtClean="0"/>
              <a:t>19 אפריל 26</a:t>
            </a:fld>
            <a:endParaRPr lang="en-US" dirty="0"/>
          </a:p>
        </p:txBody>
      </p:sp>
      <p:sp>
        <p:nvSpPr>
          <p:cNvPr id="8" name="Footer Placeholder 7">
            <a:extLst>
              <a:ext uri="{FF2B5EF4-FFF2-40B4-BE49-F238E27FC236}">
                <a16:creationId xmlns:a16="http://schemas.microsoft.com/office/drawing/2014/main" id="{21C6F599-021C-44EB-BC18-5ABFCCD3FCE8}"/>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5D3A7EFF-5D05-4E59-9A7C-F23EC29BB3C7}"/>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33</a:t>
            </a:fld>
            <a:endParaRPr kumimoji="0" lang="en-US" dirty="0"/>
          </a:p>
        </p:txBody>
      </p:sp>
    </p:spTree>
    <p:extLst>
      <p:ext uri="{BB962C8B-B14F-4D97-AF65-F5344CB8AC3E}">
        <p14:creationId xmlns:p14="http://schemas.microsoft.com/office/powerpoint/2010/main" val="193556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88F4-A828-4265-A584-28DE41AF226C}"/>
              </a:ext>
            </a:extLst>
          </p:cNvPr>
          <p:cNvSpPr>
            <a:spLocks noGrp="1"/>
          </p:cNvSpPr>
          <p:nvPr>
            <p:ph type="title"/>
          </p:nvPr>
        </p:nvSpPr>
        <p:spPr/>
        <p:txBody>
          <a:bodyPr/>
          <a:lstStyle/>
          <a:p>
            <a:pPr algn="r" rtl="1"/>
            <a:r>
              <a:rPr lang="he-IL" dirty="0">
                <a:latin typeface="Arial"/>
                <a:cs typeface="Arial"/>
              </a:rPr>
              <a:t>מחיקה (</a:t>
            </a:r>
            <a:r>
              <a:rPr lang="he-IL" dirty="0" err="1">
                <a:latin typeface="Arial"/>
                <a:cs typeface="Arial"/>
              </a:rPr>
              <a:t>Erasure</a:t>
            </a:r>
            <a:r>
              <a:rPr lang="he-IL" dirty="0">
                <a:latin typeface="Arial"/>
                <a:cs typeface="Arial"/>
              </a:rPr>
              <a:t>) של טיפוס חסום</a:t>
            </a:r>
            <a:endParaRPr lang="he-IL" dirty="0"/>
          </a:p>
        </p:txBody>
      </p:sp>
      <p:sp>
        <p:nvSpPr>
          <p:cNvPr id="6" name="Content Placeholder 5">
            <a:extLst>
              <a:ext uri="{FF2B5EF4-FFF2-40B4-BE49-F238E27FC236}">
                <a16:creationId xmlns:a16="http://schemas.microsoft.com/office/drawing/2014/main" id="{DEF63023-1C52-4FDA-BF8D-7A72DEEAD9BD}"/>
              </a:ext>
            </a:extLst>
          </p:cNvPr>
          <p:cNvSpPr>
            <a:spLocks noGrp="1"/>
          </p:cNvSpPr>
          <p:nvPr>
            <p:ph sz="quarter" idx="1"/>
          </p:nvPr>
        </p:nvSpPr>
        <p:spPr/>
        <p:txBody>
          <a:bodyPr/>
          <a:lstStyle/>
          <a:p>
            <a:pPr marL="0" indent="0">
              <a:lnSpc>
                <a:spcPct val="107000"/>
              </a:lnSpc>
              <a:spcAft>
                <a:spcPts val="0"/>
              </a:spcAft>
              <a:buNone/>
            </a:pP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public</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&lt;T </a:t>
            </a: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extends</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Building&gt; </a:t>
            </a: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void</a:t>
            </a:r>
            <a:r>
              <a:rPr lang="en-US" sz="2400" b="1"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dirty="0" err="1">
                <a:solidFill>
                  <a:srgbClr val="000000"/>
                </a:solidFill>
                <a:latin typeface="Consolas" panose="020B0609020204030204" pitchFamily="49" charset="0"/>
                <a:ea typeface="Calibri" panose="020F0502020204030204" pitchFamily="34" charset="0"/>
                <a:cs typeface="Consolas" panose="020B0609020204030204" pitchFamily="49" charset="0"/>
              </a:rPr>
              <a:t>genericMethod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(T t) {</a:t>
            </a:r>
            <a:r>
              <a:rPr lang="en-US" sz="2400" dirty="0">
                <a:latin typeface="Calibri" panose="020F0502020204030204" pitchFamily="34" charset="0"/>
                <a:ea typeface="Calibri" panose="020F0502020204030204" pitchFamily="34" charset="0"/>
                <a:cs typeface="Arial" panose="020B0604020202020204" pitchFamily="34" charset="0"/>
              </a:rPr>
              <a:t> </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rtl="1">
              <a:buNone/>
            </a:pPr>
            <a:endParaRPr lang="he-IL" dirty="0"/>
          </a:p>
          <a:p>
            <a:pPr marL="0" indent="0" algn="r" rtl="1">
              <a:buNone/>
            </a:pPr>
            <a:r>
              <a:rPr lang="he-IL" sz="2800" dirty="0">
                <a:solidFill>
                  <a:schemeClr val="accent2"/>
                </a:solidFill>
                <a:latin typeface="Arial"/>
                <a:cs typeface="Arial"/>
              </a:rPr>
              <a:t>ישתנה ל:</a:t>
            </a:r>
            <a:endParaRPr lang="he-IL" sz="2800" dirty="0">
              <a:solidFill>
                <a:schemeClr val="accent2"/>
              </a:solidFill>
              <a:latin typeface="Arial"/>
              <a:ea typeface="Arial"/>
              <a:cs typeface="Arial"/>
            </a:endParaRPr>
          </a:p>
          <a:p>
            <a:pPr marL="0" indent="0">
              <a:buNone/>
            </a:pP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public</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void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dirty="0" err="1">
                <a:solidFill>
                  <a:srgbClr val="000000"/>
                </a:solidFill>
                <a:latin typeface="Consolas" panose="020B0609020204030204" pitchFamily="49" charset="0"/>
                <a:ea typeface="Calibri" panose="020F0502020204030204" pitchFamily="34" charset="0"/>
                <a:cs typeface="Consolas" panose="020B0609020204030204" pitchFamily="49" charset="0"/>
              </a:rPr>
              <a:t>genericMethod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(Building b) {</a:t>
            </a:r>
            <a:r>
              <a:rPr lang="en-US" sz="2400" dirty="0">
                <a:latin typeface="Calibri" panose="020F0502020204030204" pitchFamily="34" charset="0"/>
                <a:ea typeface="Calibri" panose="020F0502020204030204" pitchFamily="34" charset="0"/>
                <a:cs typeface="Arial" panose="020B0604020202020204" pitchFamily="34" charset="0"/>
              </a:rPr>
              <a:t> </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rtl="1">
              <a:buNone/>
            </a:pPr>
            <a:endParaRPr lang="he-IL" dirty="0"/>
          </a:p>
        </p:txBody>
      </p:sp>
      <p:sp>
        <p:nvSpPr>
          <p:cNvPr id="7" name="Date Placeholder 6">
            <a:extLst>
              <a:ext uri="{FF2B5EF4-FFF2-40B4-BE49-F238E27FC236}">
                <a16:creationId xmlns:a16="http://schemas.microsoft.com/office/drawing/2014/main" id="{319CA77B-1563-418A-BEB3-E98A25864356}"/>
              </a:ext>
            </a:extLst>
          </p:cNvPr>
          <p:cNvSpPr>
            <a:spLocks noGrp="1"/>
          </p:cNvSpPr>
          <p:nvPr>
            <p:ph type="dt" sz="half" idx="10"/>
          </p:nvPr>
        </p:nvSpPr>
        <p:spPr/>
        <p:txBody>
          <a:bodyPr/>
          <a:lstStyle/>
          <a:p>
            <a:fld id="{CB9F90FC-3DDE-4D83-8F17-B535B250FCE1}" type="datetime8">
              <a:rPr lang="he-IL" smtClean="0"/>
              <a:t>19 אפריל 26</a:t>
            </a:fld>
            <a:endParaRPr lang="en-US" dirty="0"/>
          </a:p>
        </p:txBody>
      </p:sp>
      <p:sp>
        <p:nvSpPr>
          <p:cNvPr id="8" name="Footer Placeholder 7">
            <a:extLst>
              <a:ext uri="{FF2B5EF4-FFF2-40B4-BE49-F238E27FC236}">
                <a16:creationId xmlns:a16="http://schemas.microsoft.com/office/drawing/2014/main" id="{A4BD0117-0FD3-4833-BF00-0DE472F196A8}"/>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E0F90D59-8AE1-4EC6-B79C-795763B789A6}"/>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34</a:t>
            </a:fld>
            <a:endParaRPr kumimoji="0" lang="en-US" dirty="0"/>
          </a:p>
        </p:txBody>
      </p:sp>
    </p:spTree>
    <p:extLst>
      <p:ext uri="{BB962C8B-B14F-4D97-AF65-F5344CB8AC3E}">
        <p14:creationId xmlns:p14="http://schemas.microsoft.com/office/powerpoint/2010/main" val="1384063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148FB-DEA7-4F3F-AD75-6076B675B6E5}"/>
              </a:ext>
            </a:extLst>
          </p:cNvPr>
          <p:cNvSpPr>
            <a:spLocks noGrp="1"/>
          </p:cNvSpPr>
          <p:nvPr>
            <p:ph type="title"/>
          </p:nvPr>
        </p:nvSpPr>
        <p:spPr>
          <a:xfrm>
            <a:off x="685799" y="476672"/>
            <a:ext cx="8359877" cy="638944"/>
          </a:xfrm>
        </p:spPr>
        <p:txBody>
          <a:bodyPr>
            <a:normAutofit/>
          </a:bodyPr>
          <a:lstStyle/>
          <a:p>
            <a:pPr algn="r" rtl="1"/>
            <a:r>
              <a:rPr lang="he-IL" dirty="0">
                <a:latin typeface="Arial"/>
                <a:cs typeface="Arial"/>
              </a:rPr>
              <a:t>ארגומנט-טיפוס אינו יכול להיות פרימיטיבי</a:t>
            </a:r>
            <a:endParaRPr lang="he-IL" dirty="0"/>
          </a:p>
        </p:txBody>
      </p:sp>
      <p:sp>
        <p:nvSpPr>
          <p:cNvPr id="3" name="Content Placeholder 2">
            <a:extLst>
              <a:ext uri="{FF2B5EF4-FFF2-40B4-BE49-F238E27FC236}">
                <a16:creationId xmlns:a16="http://schemas.microsoft.com/office/drawing/2014/main" id="{BDD47627-C9CF-4770-943E-A7DC3122E2F1}"/>
              </a:ext>
            </a:extLst>
          </p:cNvPr>
          <p:cNvSpPr>
            <a:spLocks noGrp="1"/>
          </p:cNvSpPr>
          <p:nvPr>
            <p:ph idx="1"/>
          </p:nvPr>
        </p:nvSpPr>
        <p:spPr/>
        <p:txBody>
          <a:bodyPr/>
          <a:lstStyle/>
          <a:p>
            <a:pPr marL="0" indent="0">
              <a:buNone/>
            </a:pPr>
            <a:r>
              <a:rPr lang="en-US" dirty="0">
                <a:solidFill>
                  <a:srgbClr val="000000"/>
                </a:solidFill>
                <a:latin typeface="Consolas" panose="020B0609020204030204" pitchFamily="49" charset="0"/>
              </a:rPr>
              <a:t>List&lt;</a:t>
            </a:r>
            <a:r>
              <a:rPr lang="en-US" b="1" dirty="0">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&gt; list</a:t>
            </a:r>
          </a:p>
          <a:p>
            <a:pPr marL="0" indent="0">
              <a:buNone/>
            </a:pPr>
            <a:endParaRPr lang="en-US" b="1" dirty="0">
              <a:solidFill>
                <a:srgbClr val="000000"/>
              </a:solidFill>
              <a:latin typeface="Consolas" panose="020B0609020204030204" pitchFamily="49" charset="0"/>
            </a:endParaRPr>
          </a:p>
          <a:p>
            <a:pPr marL="0" indent="0">
              <a:lnSpc>
                <a:spcPct val="107000"/>
              </a:lnSpc>
              <a:spcAft>
                <a:spcPts val="0"/>
              </a:spcAft>
              <a:buNone/>
            </a:pP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List&lt;Integer&gt; </a:t>
            </a:r>
            <a:r>
              <a:rPr lang="en-US" dirty="0">
                <a:solidFill>
                  <a:srgbClr val="6A3E3E"/>
                </a:solidFill>
                <a:latin typeface="Consolas" panose="020B0609020204030204" pitchFamily="49" charset="0"/>
                <a:ea typeface="Calibri" panose="020F0502020204030204" pitchFamily="34" charset="0"/>
                <a:cs typeface="Consolas" panose="020B0609020204030204" pitchFamily="49" charset="0"/>
              </a:rPr>
              <a:t>list = …</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40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0"/>
              </a:spcAft>
              <a:buNone/>
            </a:pPr>
            <a:r>
              <a:rPr lang="en-US" dirty="0" err="1">
                <a:solidFill>
                  <a:srgbClr val="6A3E3E"/>
                </a:solidFill>
                <a:latin typeface="Consolas" panose="020B0609020204030204" pitchFamily="49" charset="0"/>
                <a:ea typeface="Calibri" panose="020F0502020204030204" pitchFamily="34" charset="0"/>
                <a:cs typeface="Consolas" panose="020B0609020204030204" pitchFamily="49" charset="0"/>
              </a:rPr>
              <a:t>list</a:t>
            </a:r>
            <a:r>
              <a:rPr lang="en-US" dirty="0" err="1">
                <a:solidFill>
                  <a:srgbClr val="000000"/>
                </a:solidFill>
                <a:latin typeface="Consolas" panose="020B0609020204030204" pitchFamily="49" charset="0"/>
                <a:ea typeface="Calibri" panose="020F0502020204030204" pitchFamily="34" charset="0"/>
                <a:cs typeface="Consolas" panose="020B0609020204030204" pitchFamily="49" charset="0"/>
              </a:rPr>
              <a:t>.add</a:t>
            </a:r>
            <a:r>
              <a:rPr lang="en-US" dirty="0">
                <a:solidFill>
                  <a:srgbClr val="000000"/>
                </a:solidFill>
                <a:latin typeface="Consolas" panose="020B0609020204030204" pitchFamily="49" charset="0"/>
                <a:ea typeface="Calibri" panose="020F0502020204030204" pitchFamily="34" charset="0"/>
                <a:cs typeface="Consolas" panose="020B0609020204030204" pitchFamily="49" charset="0"/>
              </a:rPr>
              <a:t>(7);</a:t>
            </a:r>
            <a:endParaRPr lang="en-US" sz="40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he-IL" dirty="0"/>
          </a:p>
        </p:txBody>
      </p:sp>
      <p:pic>
        <p:nvPicPr>
          <p:cNvPr id="9" name="Picture 2" descr="Image result for frowny face">
            <a:extLst>
              <a:ext uri="{FF2B5EF4-FFF2-40B4-BE49-F238E27FC236}">
                <a16:creationId xmlns:a16="http://schemas.microsoft.com/office/drawing/2014/main" id="{8ACEB407-6EC8-4915-BEC4-FE5F29D4FE8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848" y="1209344"/>
            <a:ext cx="696892" cy="69689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green smiley face">
            <a:extLst>
              <a:ext uri="{FF2B5EF4-FFF2-40B4-BE49-F238E27FC236}">
                <a16:creationId xmlns:a16="http://schemas.microsoft.com/office/drawing/2014/main" id="{DCFA6E8C-8A70-4E26-885C-A06E21AFAC88}"/>
              </a:ext>
            </a:extLst>
          </p:cNvPr>
          <p:cNvPicPr>
            <a:picLocks noChangeAspect="1" noChangeArrowheads="1"/>
          </p:cNvPicPr>
          <p:nvPr/>
        </p:nvPicPr>
        <p:blipFill>
          <a:blip r:embed="rId3" cstate="print">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877049" y="3060967"/>
            <a:ext cx="693018" cy="627113"/>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2A8B65C8-AABD-477F-9D2B-4CF983F35E5B}"/>
              </a:ext>
            </a:extLst>
          </p:cNvPr>
          <p:cNvSpPr>
            <a:spLocks noGrp="1"/>
          </p:cNvSpPr>
          <p:nvPr>
            <p:ph type="dt" sz="half" idx="10"/>
          </p:nvPr>
        </p:nvSpPr>
        <p:spPr/>
        <p:txBody>
          <a:bodyPr/>
          <a:lstStyle/>
          <a:p>
            <a:fld id="{BEE95F84-A2A7-46D3-BCBB-443915CD8753}" type="datetime8">
              <a:rPr lang="he-IL" smtClean="0"/>
              <a:t>19 אפריל 26</a:t>
            </a:fld>
            <a:endParaRPr lang="en-US" dirty="0"/>
          </a:p>
        </p:txBody>
      </p:sp>
      <p:sp>
        <p:nvSpPr>
          <p:cNvPr id="8" name="Footer Placeholder 7">
            <a:extLst>
              <a:ext uri="{FF2B5EF4-FFF2-40B4-BE49-F238E27FC236}">
                <a16:creationId xmlns:a16="http://schemas.microsoft.com/office/drawing/2014/main" id="{1295B94B-4246-47CE-AD4E-AD5EA227DAE1}"/>
              </a:ext>
            </a:extLst>
          </p:cNvPr>
          <p:cNvSpPr>
            <a:spLocks noGrp="1"/>
          </p:cNvSpPr>
          <p:nvPr>
            <p:ph type="ftr" sz="quarter" idx="11"/>
          </p:nvPr>
        </p:nvSpPr>
        <p:spPr/>
        <p:txBody>
          <a:bodyPr/>
          <a:lstStyle/>
          <a:p>
            <a:r>
              <a:rPr lang="he-IL"/>
              <a:t>עיצוב ותכנות מונחה עצמים מתקדם</a:t>
            </a:r>
            <a:endParaRPr lang="en-US"/>
          </a:p>
        </p:txBody>
      </p:sp>
      <p:sp>
        <p:nvSpPr>
          <p:cNvPr id="11" name="Slide Number Placeholder 10">
            <a:extLst>
              <a:ext uri="{FF2B5EF4-FFF2-40B4-BE49-F238E27FC236}">
                <a16:creationId xmlns:a16="http://schemas.microsoft.com/office/drawing/2014/main" id="{36AA9C39-D27B-4143-9749-870916C4E8BB}"/>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35</a:t>
            </a:fld>
            <a:endParaRPr kumimoji="0" lang="en-US" dirty="0"/>
          </a:p>
        </p:txBody>
      </p:sp>
    </p:spTree>
    <p:extLst>
      <p:ext uri="{BB962C8B-B14F-4D97-AF65-F5344CB8AC3E}">
        <p14:creationId xmlns:p14="http://schemas.microsoft.com/office/powerpoint/2010/main" val="64019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67F4-C3AB-4191-BCE5-6032239F40D9}"/>
              </a:ext>
            </a:extLst>
          </p:cNvPr>
          <p:cNvSpPr>
            <a:spLocks noGrp="1"/>
          </p:cNvSpPr>
          <p:nvPr>
            <p:ph type="title"/>
          </p:nvPr>
        </p:nvSpPr>
        <p:spPr/>
        <p:txBody>
          <a:bodyPr/>
          <a:lstStyle/>
          <a:p>
            <a:pPr algn="r" rtl="1"/>
            <a:r>
              <a:rPr lang="he-IL">
                <a:latin typeface="Arial"/>
                <a:cs typeface="Arial"/>
              </a:rPr>
              <a:t>הרחבה של מחלקות גנריות </a:t>
            </a:r>
            <a:endParaRPr lang="he-IL" dirty="0"/>
          </a:p>
        </p:txBody>
      </p:sp>
      <p:sp>
        <p:nvSpPr>
          <p:cNvPr id="3" name="Content Placeholder 2">
            <a:extLst>
              <a:ext uri="{FF2B5EF4-FFF2-40B4-BE49-F238E27FC236}">
                <a16:creationId xmlns:a16="http://schemas.microsoft.com/office/drawing/2014/main" id="{F5C3ABA0-6E22-4465-A5A0-E75EB30F002E}"/>
              </a:ext>
            </a:extLst>
          </p:cNvPr>
          <p:cNvSpPr>
            <a:spLocks noGrp="1"/>
          </p:cNvSpPr>
          <p:nvPr>
            <p:ph idx="1"/>
          </p:nvPr>
        </p:nvSpPr>
        <p:spPr>
          <a:xfrm>
            <a:off x="371167" y="1981200"/>
            <a:ext cx="8704007" cy="4114800"/>
          </a:xfrm>
        </p:spPr>
        <p:txBody>
          <a:bodyPr>
            <a:normAutofit fontScale="92500" lnSpcReduction="10000"/>
          </a:bodyPr>
          <a:lstStyle/>
          <a:p>
            <a:pPr marL="0" indent="0">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b="1" dirty="0">
                <a:solidFill>
                  <a:srgbClr val="006699"/>
                </a:solidFill>
                <a:latin typeface="Courier New" panose="02070309020205020404" pitchFamily="49" charset="0"/>
                <a:ea typeface="Times New Roman" panose="02020603050405020304" pitchFamily="18" charset="0"/>
                <a:cs typeface="Arial" panose="020B0604020202020204" pitchFamily="34" charset="0"/>
              </a:rPr>
              <a:t>class</a:t>
            </a:r>
            <a:r>
              <a:rPr lang="en-US" sz="24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sz="2400" b="1" dirty="0">
                <a:solidFill>
                  <a:srgbClr val="00AA88"/>
                </a:solidFill>
                <a:latin typeface="Courier New" panose="02070309020205020404" pitchFamily="49" charset="0"/>
                <a:ea typeface="Times New Roman" panose="02020603050405020304" pitchFamily="18" charset="0"/>
                <a:cs typeface="Arial" panose="020B0604020202020204" pitchFamily="34" charset="0"/>
              </a:rPr>
              <a:t>DateList</a:t>
            </a:r>
            <a:r>
              <a:rPr lang="en-US" sz="24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sz="2400" b="1" dirty="0">
                <a:solidFill>
                  <a:srgbClr val="006699"/>
                </a:solidFill>
                <a:latin typeface="Courier New" panose="02070309020205020404" pitchFamily="49" charset="0"/>
                <a:ea typeface="Times New Roman" panose="02020603050405020304" pitchFamily="18" charset="0"/>
                <a:cs typeface="Arial" panose="020B0604020202020204" pitchFamily="34" charset="0"/>
              </a:rPr>
              <a:t>extends</a:t>
            </a:r>
            <a:r>
              <a:rPr lang="en-US" sz="24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sz="2400" dirty="0" err="1">
                <a:solidFill>
                  <a:srgbClr val="000088"/>
                </a:solidFill>
                <a:latin typeface="Courier New" panose="02070309020205020404" pitchFamily="49" charset="0"/>
                <a:ea typeface="Times New Roman" panose="02020603050405020304" pitchFamily="18" charset="0"/>
                <a:cs typeface="Arial" panose="020B0604020202020204" pitchFamily="34" charset="0"/>
              </a:rPr>
              <a:t>ArrayList</a:t>
            </a:r>
            <a:r>
              <a:rPr lang="en-US" sz="2400" dirty="0">
                <a:solidFill>
                  <a:srgbClr val="555555"/>
                </a:solidFill>
                <a:latin typeface="Courier New" panose="02070309020205020404" pitchFamily="49" charset="0"/>
                <a:ea typeface="Times New Roman" panose="02020603050405020304" pitchFamily="18" charset="0"/>
                <a:cs typeface="Arial" panose="020B0604020202020204" pitchFamily="34" charset="0"/>
              </a:rPr>
              <a:t>&lt;</a:t>
            </a:r>
            <a:r>
              <a:rPr lang="en-US" sz="2400" dirty="0">
                <a:solidFill>
                  <a:srgbClr val="000088"/>
                </a:solidFill>
                <a:latin typeface="Courier New" panose="02070309020205020404" pitchFamily="49" charset="0"/>
                <a:ea typeface="Times New Roman" panose="02020603050405020304" pitchFamily="18" charset="0"/>
                <a:cs typeface="Arial" panose="020B0604020202020204" pitchFamily="34" charset="0"/>
              </a:rPr>
              <a:t>Date</a:t>
            </a:r>
            <a:r>
              <a:rPr lang="en-US" sz="2400" dirty="0">
                <a:solidFill>
                  <a:srgbClr val="555555"/>
                </a:solidFill>
                <a:latin typeface="Courier New" panose="02070309020205020404" pitchFamily="49" charset="0"/>
                <a:ea typeface="Times New Roman" panose="02020603050405020304" pitchFamily="18" charset="0"/>
                <a:cs typeface="Arial" panose="020B0604020202020204" pitchFamily="34" charset="0"/>
              </a:rPr>
              <a:t>&gt;</a:t>
            </a:r>
            <a:r>
              <a:rPr lang="en-US" sz="24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sz="2400" dirty="0">
                <a:solidFill>
                  <a:srgbClr val="555555"/>
                </a:solidFill>
                <a:latin typeface="Courier New" panose="02070309020205020404" pitchFamily="49" charset="0"/>
                <a:ea typeface="Times New Roman" panose="02020603050405020304" pitchFamily="18" charset="0"/>
                <a:cs typeface="Arial" panose="020B0604020202020204" pitchFamily="34" charset="0"/>
              </a:rPr>
              <a:t>{</a:t>
            </a:r>
            <a:r>
              <a:rPr lang="en-US" sz="24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sz="2400" dirty="0">
                <a:solidFill>
                  <a:srgbClr val="555555"/>
                </a:solidFill>
                <a:latin typeface="Courier New" panose="02070309020205020404" pitchFamily="49" charset="0"/>
                <a:ea typeface="Times New Roman" panose="02020603050405020304" pitchFamily="18" charset="0"/>
                <a:cs typeface="Arial" panose="020B0604020202020204" pitchFamily="34"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marR="0" indent="0" algn="l" rtl="0" fontAlgn="base">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DateList</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dirty="0" err="1">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dateList</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b="1" dirty="0">
                <a:solidFill>
                  <a:srgbClr val="006699"/>
                </a:solidFill>
                <a:effectLst/>
                <a:latin typeface="Tahoma" panose="020B0604030504040204" pitchFamily="34" charset="0"/>
                <a:ea typeface="Times New Roman" panose="02020603050405020304" pitchFamily="18" charset="0"/>
                <a:cs typeface="Courier New" panose="02070309020205020404" pitchFamily="49" charset="0"/>
              </a:rPr>
              <a:t>new</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dirty="0">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DateList</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0" marR="0" indent="0" algn="l" rtl="0" fontAlgn="base">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err="1">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dateList</a:t>
            </a:r>
            <a:r>
              <a:rPr lang="en-US" sz="2400" dirty="0" err="1">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lang="en-US" sz="2400" dirty="0" err="1">
                <a:solidFill>
                  <a:srgbClr val="330099"/>
                </a:solidFill>
                <a:effectLst/>
                <a:latin typeface="Tahoma" panose="020B0604030504040204" pitchFamily="34" charset="0"/>
                <a:ea typeface="Times New Roman" panose="02020603050405020304" pitchFamily="18" charset="0"/>
                <a:cs typeface="Courier New" panose="02070309020205020404" pitchFamily="49" charset="0"/>
              </a:rPr>
              <a:t>add</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b="1" dirty="0">
                <a:solidFill>
                  <a:srgbClr val="006699"/>
                </a:solidFill>
                <a:effectLst/>
                <a:latin typeface="Tahoma" panose="020B0604030504040204" pitchFamily="34" charset="0"/>
                <a:ea typeface="Times New Roman" panose="02020603050405020304" pitchFamily="18" charset="0"/>
                <a:cs typeface="Courier New" panose="02070309020205020404" pitchFamily="49" charset="0"/>
              </a:rPr>
              <a:t>new</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dirty="0">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Date</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0" marR="0" indent="0" algn="l" rtl="0" fontAlgn="base">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List</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&lt;</a:t>
            </a:r>
            <a:r>
              <a:rPr lang="en-US" sz="2400" dirty="0">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Date</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&gt;</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dirty="0" err="1">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ld</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lang="en-US" sz="3600" dirty="0">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sz="2400" dirty="0" err="1">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dateList</a:t>
            </a:r>
            <a:r>
              <a:rPr lang="en-US" sz="2400" dirty="0">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p>
          <a:p>
            <a:pPr marL="0" marR="0" indent="0" algn="l" rtl="0" fontAlgn="base">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altLang="he-IL" sz="2400" b="1" dirty="0">
              <a:solidFill>
                <a:srgbClr val="006699"/>
              </a:solidFill>
              <a:latin typeface="Courier New" panose="02070309020205020404" pitchFamily="49" charset="0"/>
              <a:ea typeface="Times New Roman" panose="02020603050405020304" pitchFamily="18" charset="0"/>
              <a:cs typeface="Courier New" panose="02070309020205020404" pitchFamily="49" charset="0"/>
            </a:endParaRPr>
          </a:p>
          <a:p>
            <a:pPr marL="0" indent="0">
              <a:spcAft>
                <a:spcPts val="0"/>
              </a:spcAft>
              <a:buNone/>
            </a:pPr>
            <a:r>
              <a:rPr lang="en-US" altLang="he-IL" sz="2400" b="1" dirty="0">
                <a:solidFill>
                  <a:srgbClr val="006699"/>
                </a:solidFill>
                <a:latin typeface="Courier New" panose="02070309020205020404" pitchFamily="49" charset="0"/>
                <a:ea typeface="Times New Roman" panose="02020603050405020304" pitchFamily="18" charset="0"/>
                <a:cs typeface="Courier New" panose="02070309020205020404" pitchFamily="49" charset="0"/>
              </a:rPr>
              <a:t>class</a:t>
            </a:r>
            <a:r>
              <a:rPr lang="en-US" altLang="he-IL" sz="20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altLang="he-IL" sz="2400" b="1" dirty="0" err="1">
                <a:solidFill>
                  <a:srgbClr val="00AA88"/>
                </a:solidFill>
                <a:latin typeface="Courier New" panose="02070309020205020404" pitchFamily="49" charset="0"/>
                <a:ea typeface="Times New Roman" panose="02020603050405020304" pitchFamily="18" charset="0"/>
                <a:cs typeface="Courier New" panose="02070309020205020404" pitchFamily="49" charset="0"/>
              </a:rPr>
              <a:t>AdjustableTrap</a:t>
            </a:r>
            <a:r>
              <a:rPr lang="en-US" altLang="he-IL" sz="2400" dirty="0">
                <a:solidFill>
                  <a:srgbClr val="555555"/>
                </a:solidFill>
                <a:latin typeface="Courier New" panose="02070309020205020404" pitchFamily="49" charset="0"/>
                <a:ea typeface="Times New Roman" panose="02020603050405020304" pitchFamily="18" charset="0"/>
                <a:cs typeface="Courier New" panose="02070309020205020404" pitchFamily="49" charset="0"/>
              </a:rPr>
              <a:t>&lt;</a:t>
            </a:r>
            <a:r>
              <a:rPr lang="en-US" altLang="he-IL" sz="2400" dirty="0">
                <a:solidFill>
                  <a:srgbClr val="000088"/>
                </a:solidFill>
                <a:latin typeface="Courier New" panose="02070309020205020404" pitchFamily="49" charset="0"/>
                <a:ea typeface="Times New Roman" panose="02020603050405020304" pitchFamily="18" charset="0"/>
                <a:cs typeface="Courier New" panose="02070309020205020404" pitchFamily="49" charset="0"/>
              </a:rPr>
              <a:t>T</a:t>
            </a:r>
            <a:r>
              <a:rPr lang="en-US" altLang="he-IL" sz="2400" dirty="0">
                <a:solidFill>
                  <a:srgbClr val="555555"/>
                </a:solidFill>
                <a:latin typeface="Courier New" panose="02070309020205020404" pitchFamily="49" charset="0"/>
                <a:ea typeface="Times New Roman" panose="02020603050405020304" pitchFamily="18" charset="0"/>
                <a:cs typeface="Courier New" panose="02070309020205020404" pitchFamily="49" charset="0"/>
              </a:rPr>
              <a:t>&gt;</a:t>
            </a:r>
            <a:r>
              <a:rPr lang="en-US" altLang="he-IL" sz="20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altLang="he-IL" sz="2400" b="1" dirty="0">
                <a:solidFill>
                  <a:srgbClr val="006699"/>
                </a:solidFill>
                <a:latin typeface="Courier New" panose="02070309020205020404" pitchFamily="49" charset="0"/>
                <a:ea typeface="Times New Roman" panose="02020603050405020304" pitchFamily="18" charset="0"/>
                <a:cs typeface="Courier New" panose="02070309020205020404" pitchFamily="49" charset="0"/>
              </a:rPr>
              <a:t>extends</a:t>
            </a:r>
            <a:r>
              <a:rPr lang="en-US" altLang="he-IL" sz="20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altLang="he-IL" sz="2400" dirty="0">
                <a:solidFill>
                  <a:srgbClr val="000088"/>
                </a:solidFill>
                <a:latin typeface="Courier New" panose="02070309020205020404" pitchFamily="49" charset="0"/>
                <a:ea typeface="Times New Roman" panose="02020603050405020304" pitchFamily="18" charset="0"/>
                <a:cs typeface="Courier New" panose="02070309020205020404" pitchFamily="49" charset="0"/>
              </a:rPr>
              <a:t>Trap</a:t>
            </a:r>
            <a:r>
              <a:rPr lang="en-US" altLang="he-IL" sz="2400" dirty="0">
                <a:solidFill>
                  <a:srgbClr val="555555"/>
                </a:solidFill>
                <a:latin typeface="Courier New" panose="02070309020205020404" pitchFamily="49" charset="0"/>
                <a:ea typeface="Times New Roman" panose="02020603050405020304" pitchFamily="18" charset="0"/>
                <a:cs typeface="Courier New" panose="02070309020205020404" pitchFamily="49" charset="0"/>
              </a:rPr>
              <a:t>&lt;</a:t>
            </a:r>
            <a:r>
              <a:rPr lang="en-US" altLang="he-IL" sz="2400" dirty="0">
                <a:solidFill>
                  <a:srgbClr val="000088"/>
                </a:solidFill>
                <a:latin typeface="Courier New" panose="02070309020205020404" pitchFamily="49" charset="0"/>
                <a:ea typeface="Times New Roman" panose="02020603050405020304" pitchFamily="18" charset="0"/>
                <a:cs typeface="Courier New" panose="02070309020205020404" pitchFamily="49" charset="0"/>
              </a:rPr>
              <a:t>T</a:t>
            </a:r>
            <a:r>
              <a:rPr lang="en-US" altLang="he-IL" sz="2400" dirty="0">
                <a:solidFill>
                  <a:srgbClr val="555555"/>
                </a:solidFill>
                <a:latin typeface="Courier New" panose="02070309020205020404" pitchFamily="49" charset="0"/>
                <a:ea typeface="Times New Roman" panose="02020603050405020304" pitchFamily="18" charset="0"/>
                <a:cs typeface="Courier New" panose="02070309020205020404" pitchFamily="49" charset="0"/>
              </a:rPr>
              <a:t>&gt;</a:t>
            </a:r>
            <a:r>
              <a:rPr lang="en-US" altLang="he-IL" sz="2000" dirty="0">
                <a:solidFill>
                  <a:srgbClr val="4A3C31"/>
                </a:solidFill>
                <a:latin typeface="Courier New" panose="02070309020205020404" pitchFamily="49" charset="0"/>
                <a:ea typeface="Times New Roman" panose="02020603050405020304" pitchFamily="18" charset="0"/>
                <a:cs typeface="Courier New" panose="02070309020205020404" pitchFamily="49" charset="0"/>
              </a:rPr>
              <a:t> </a:t>
            </a:r>
            <a:r>
              <a:rPr lang="en-US" altLang="he-IL" sz="2400" dirty="0">
                <a:solidFill>
                  <a:srgbClr val="555555"/>
                </a:solidFill>
                <a:latin typeface="Courier New" panose="02070309020205020404" pitchFamily="49" charset="0"/>
                <a:ea typeface="Times New Roman" panose="02020603050405020304" pitchFamily="18" charset="0"/>
                <a:cs typeface="Courier New" panose="02070309020205020404" pitchFamily="49" charset="0"/>
              </a:rPr>
              <a:t>{</a:t>
            </a:r>
          </a:p>
          <a:p>
            <a:pPr marL="0" indent="0">
              <a:spcAft>
                <a:spcPts val="0"/>
              </a:spcAft>
              <a:buNone/>
            </a:pPr>
            <a:r>
              <a:rPr kumimoji="0" lang="en-US" altLang="he-IL" sz="2400" b="1" i="0" u="none" strike="noStrike" cap="none" normalizeH="0" baseline="0" dirty="0">
                <a:ln>
                  <a:noFill/>
                </a:ln>
                <a:solidFill>
                  <a:srgbClr val="006699"/>
                </a:solidFill>
                <a:effectLst/>
                <a:latin typeface="Tahoma" panose="020B0604030504040204" pitchFamily="34" charset="0"/>
                <a:ea typeface="Times New Roman" panose="02020603050405020304" pitchFamily="18" charset="0"/>
                <a:cs typeface="Courier New" panose="02070309020205020404" pitchFamily="49" charset="0"/>
              </a:rPr>
              <a:t>    public</a:t>
            </a:r>
            <a:r>
              <a:rPr kumimoji="0" lang="en-US" altLang="he-IL" sz="3600" b="0" i="0" u="none" strike="noStrike" cap="none" normalizeH="0" baseline="0" dirty="0">
                <a:ln>
                  <a:noFill/>
                </a:ln>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kumimoji="0" lang="en-US" altLang="he-IL" sz="2400" b="1" i="0" u="none" strike="noStrike" cap="none" normalizeH="0" baseline="0" dirty="0">
                <a:ln>
                  <a:noFill/>
                </a:ln>
                <a:solidFill>
                  <a:srgbClr val="007788"/>
                </a:solidFill>
                <a:effectLst/>
                <a:latin typeface="Tahoma" panose="020B0604030504040204" pitchFamily="34" charset="0"/>
                <a:ea typeface="Times New Roman" panose="02020603050405020304" pitchFamily="18" charset="0"/>
                <a:cs typeface="Courier New" panose="02070309020205020404" pitchFamily="49" charset="0"/>
              </a:rPr>
              <a:t>void</a:t>
            </a:r>
            <a:r>
              <a:rPr kumimoji="0" lang="en-US" altLang="he-IL" sz="3600" b="0" i="0" u="none" strike="noStrike" cap="none" normalizeH="0" baseline="0" dirty="0">
                <a:ln>
                  <a:noFill/>
                </a:ln>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lang="en-US" altLang="he-IL" sz="2400" dirty="0" err="1">
                <a:solidFill>
                  <a:srgbClr val="CC00FF"/>
                </a:solidFill>
                <a:latin typeface="Tahoma" panose="020B0604030504040204" pitchFamily="34" charset="0"/>
                <a:cs typeface="Courier New" panose="02070309020205020404" pitchFamily="49" charset="0"/>
              </a:rPr>
              <a:t>setSize</a:t>
            </a:r>
            <a:r>
              <a:rPr kumimoji="0" lang="en-US" altLang="he-IL" sz="2400" b="0" i="0" u="none" strike="noStrike" cap="none" normalizeH="0" baseline="0" dirty="0">
                <a:ln>
                  <a:noFill/>
                </a:ln>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kumimoji="0" lang="en-US" altLang="he-IL" sz="3600" b="0" i="0" u="none" strike="noStrike" cap="none" normalizeH="0" baseline="0" dirty="0">
                <a:ln>
                  <a:noFill/>
                </a:ln>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kumimoji="0" lang="en-US" altLang="he-IL" sz="2400" b="1" i="0" u="none" strike="noStrike" cap="none" normalizeH="0" baseline="0" dirty="0">
                <a:ln>
                  <a:noFill/>
                </a:ln>
                <a:solidFill>
                  <a:srgbClr val="007788"/>
                </a:solidFill>
                <a:effectLst/>
                <a:latin typeface="Tahoma" panose="020B0604030504040204" pitchFamily="34" charset="0"/>
                <a:ea typeface="Times New Roman" panose="02020603050405020304" pitchFamily="18" charset="0"/>
                <a:cs typeface="Courier New" panose="02070309020205020404" pitchFamily="49" charset="0"/>
              </a:rPr>
              <a:t>int</a:t>
            </a:r>
            <a:r>
              <a:rPr kumimoji="0" lang="en-US" altLang="he-IL" sz="3600" b="0" i="0" u="none" strike="noStrike" cap="none" normalizeH="0" baseline="0" dirty="0">
                <a:ln>
                  <a:noFill/>
                </a:ln>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kumimoji="0" lang="en-US" altLang="he-IL" sz="2400" b="0" i="0" u="none" strike="noStrike" cap="none" normalizeH="0" baseline="0" dirty="0" err="1">
                <a:ln>
                  <a:noFill/>
                </a:ln>
                <a:solidFill>
                  <a:srgbClr val="000088"/>
                </a:solidFill>
                <a:effectLst/>
                <a:latin typeface="Tahoma" panose="020B0604030504040204" pitchFamily="34" charset="0"/>
                <a:ea typeface="Times New Roman" panose="02020603050405020304" pitchFamily="18" charset="0"/>
                <a:cs typeface="Courier New" panose="02070309020205020404" pitchFamily="49" charset="0"/>
              </a:rPr>
              <a:t>i</a:t>
            </a:r>
            <a:r>
              <a:rPr kumimoji="0" lang="en-US" altLang="he-IL" sz="3600" b="0" i="0" u="none" strike="noStrike" cap="none" normalizeH="0" baseline="0" dirty="0">
                <a:ln>
                  <a:noFill/>
                </a:ln>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kumimoji="0" lang="en-US" altLang="he-IL" sz="2400" b="0" i="0" u="none" strike="noStrike" cap="none" normalizeH="0" baseline="0" dirty="0">
                <a:ln>
                  <a:noFill/>
                </a:ln>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kumimoji="0" lang="en-US" altLang="he-IL" sz="3600" b="0" i="0" u="none" strike="noStrike" cap="none" normalizeH="0" baseline="0" dirty="0">
                <a:ln>
                  <a:noFill/>
                </a:ln>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kumimoji="0" lang="en-US" altLang="he-IL" sz="2400" b="0" i="0" u="none" strike="noStrike" cap="none" normalizeH="0" baseline="0" dirty="0">
                <a:ln>
                  <a:noFill/>
                </a:ln>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kumimoji="0" lang="en-US" altLang="he-IL" sz="3600" b="0" i="0" u="none" strike="noStrike" cap="none" normalizeH="0" baseline="0" dirty="0">
                <a:ln>
                  <a:noFill/>
                </a:ln>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kumimoji="0" lang="en-US" altLang="he-IL" sz="2400" b="0" i="0" u="none" strike="noStrike" cap="none" normalizeH="0" baseline="0" dirty="0">
                <a:ln>
                  <a:noFill/>
                </a:ln>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r>
              <a:rPr kumimoji="0" lang="en-US" altLang="he-IL" sz="3600" b="0" i="0" u="none" strike="noStrike" cap="none" normalizeH="0" baseline="0" dirty="0">
                <a:ln>
                  <a:noFill/>
                </a:ln>
                <a:solidFill>
                  <a:srgbClr val="3D3B49"/>
                </a:solidFill>
                <a:effectLst/>
                <a:latin typeface="Tahoma" panose="020B0604030504040204" pitchFamily="34" charset="0"/>
                <a:ea typeface="Times New Roman" panose="02020603050405020304" pitchFamily="18" charset="0"/>
                <a:cs typeface="Courier New" panose="02070309020205020404" pitchFamily="49" charset="0"/>
              </a:rPr>
              <a:t> </a:t>
            </a:r>
            <a:r>
              <a:rPr kumimoji="0" lang="en-US" altLang="he-IL" sz="2400" b="0" i="0" u="none" strike="noStrike" cap="none" normalizeH="0" baseline="0" dirty="0">
                <a:ln>
                  <a:noFill/>
                </a:ln>
                <a:solidFill>
                  <a:srgbClr val="555555"/>
                </a:solidFill>
                <a:effectLst/>
                <a:latin typeface="Tahoma" panose="020B0604030504040204" pitchFamily="34" charset="0"/>
                <a:ea typeface="Times New Roman" panose="02020603050405020304" pitchFamily="18" charset="0"/>
                <a:cs typeface="Courier New" panose="02070309020205020404" pitchFamily="49" charset="0"/>
              </a:rPr>
              <a:t>}</a:t>
            </a:r>
            <a:endParaRPr lang="en-US" altLang="he-IL" sz="4800" dirty="0">
              <a:solidFill>
                <a:schemeClr val="tx1"/>
              </a:solidFill>
              <a:latin typeface="Arial" panose="020B0604020202020204" pitchFamily="34" charset="0"/>
            </a:endParaRPr>
          </a:p>
          <a:p>
            <a:pPr marL="0" indent="0">
              <a:spcAft>
                <a:spcPts val="0"/>
              </a:spcAft>
              <a:buNone/>
            </a:pPr>
            <a:r>
              <a:rPr lang="en-US" altLang="he-IL" sz="2400" dirty="0">
                <a:solidFill>
                  <a:srgbClr val="555555"/>
                </a:solidFill>
                <a:latin typeface="Courier New" panose="02070309020205020404" pitchFamily="49" charset="0"/>
                <a:ea typeface="Times New Roman" panose="02020603050405020304" pitchFamily="18" charset="0"/>
                <a:cs typeface="Courier New" panose="02070309020205020404" pitchFamily="49" charset="0"/>
              </a:rPr>
              <a:t>}</a:t>
            </a:r>
            <a:endParaRPr lang="en-US" altLang="he-IL" sz="4800" dirty="0">
              <a:latin typeface="Courier New" panose="02070309020205020404" pitchFamily="49" charset="0"/>
              <a:cs typeface="Courier New" panose="02070309020205020404" pitchFamily="49" charset="0"/>
            </a:endParaRPr>
          </a:p>
          <a:p>
            <a:pPr marL="0" indent="0">
              <a:buNone/>
            </a:pPr>
            <a:endParaRPr lang="he-IL" sz="2400" dirty="0"/>
          </a:p>
        </p:txBody>
      </p:sp>
      <p:sp>
        <p:nvSpPr>
          <p:cNvPr id="7" name="Date Placeholder 6">
            <a:extLst>
              <a:ext uri="{FF2B5EF4-FFF2-40B4-BE49-F238E27FC236}">
                <a16:creationId xmlns:a16="http://schemas.microsoft.com/office/drawing/2014/main" id="{666DC7A2-8EB0-4A62-A03A-A188DCD05D2C}"/>
              </a:ext>
            </a:extLst>
          </p:cNvPr>
          <p:cNvSpPr>
            <a:spLocks noGrp="1"/>
          </p:cNvSpPr>
          <p:nvPr>
            <p:ph type="dt" sz="half" idx="10"/>
          </p:nvPr>
        </p:nvSpPr>
        <p:spPr/>
        <p:txBody>
          <a:bodyPr/>
          <a:lstStyle/>
          <a:p>
            <a:fld id="{FE0B14AA-6AF7-4A2F-97F0-6AE5B284C113}" type="datetime8">
              <a:rPr lang="he-IL" smtClean="0"/>
              <a:t>19 אפריל 26</a:t>
            </a:fld>
            <a:endParaRPr lang="en-US" dirty="0"/>
          </a:p>
        </p:txBody>
      </p:sp>
      <p:sp>
        <p:nvSpPr>
          <p:cNvPr id="8" name="Footer Placeholder 7">
            <a:extLst>
              <a:ext uri="{FF2B5EF4-FFF2-40B4-BE49-F238E27FC236}">
                <a16:creationId xmlns:a16="http://schemas.microsoft.com/office/drawing/2014/main" id="{CD1A694D-1820-45EC-A0A8-6BD196C09534}"/>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DB99B1B1-556F-432E-932F-D6D2FBAC3CD7}"/>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36</a:t>
            </a:fld>
            <a:endParaRPr kumimoji="0" lang="en-US" dirty="0"/>
          </a:p>
        </p:txBody>
      </p:sp>
    </p:spTree>
    <p:extLst>
      <p:ext uri="{BB962C8B-B14F-4D97-AF65-F5344CB8AC3E}">
        <p14:creationId xmlns:p14="http://schemas.microsoft.com/office/powerpoint/2010/main" val="1211571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8539A0-0C6A-4524-BFA7-0BB9007BF760}"/>
              </a:ext>
            </a:extLst>
          </p:cNvPr>
          <p:cNvSpPr>
            <a:spLocks noGrp="1"/>
          </p:cNvSpPr>
          <p:nvPr>
            <p:ph idx="1"/>
          </p:nvPr>
        </p:nvSpPr>
        <p:spPr>
          <a:xfrm>
            <a:off x="469489" y="1474440"/>
            <a:ext cx="8969477" cy="4114800"/>
          </a:xfrm>
        </p:spPr>
        <p:txBody>
          <a:bodyPr>
            <a:normAutofit/>
          </a:bodyPr>
          <a:lstStyle/>
          <a:p>
            <a:pPr marL="0" indent="0">
              <a:lnSpc>
                <a:spcPct val="107000"/>
              </a:lnSpc>
              <a:spcBef>
                <a:spcPts val="0"/>
              </a:spcBef>
              <a:spcAft>
                <a:spcPts val="0"/>
              </a:spcAft>
              <a:buNone/>
            </a:pP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public</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class</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dirty="0" err="1">
                <a:solidFill>
                  <a:srgbClr val="000000"/>
                </a:solidFill>
                <a:latin typeface="Consolas" panose="020B0609020204030204" pitchFamily="49" charset="0"/>
                <a:ea typeface="Calibri" panose="020F0502020204030204" pitchFamily="34" charset="0"/>
                <a:cs typeface="Consolas" panose="020B0609020204030204" pitchFamily="49" charset="0"/>
              </a:rPr>
              <a:t>AdjustableTrap</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&lt;T&gt; </a:t>
            </a: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extends</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Trap &lt;T&gt;{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Bef>
                <a:spcPts val="0"/>
              </a:spcBef>
              <a:spcAft>
                <a:spcPts val="0"/>
              </a:spcAft>
              <a:buNone/>
            </a:pP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T </a:t>
            </a:r>
            <a:r>
              <a:rPr lang="en-US" sz="2400" dirty="0">
                <a:solidFill>
                  <a:srgbClr val="0000C0"/>
                </a:solidFill>
                <a:latin typeface="Consolas" panose="020B0609020204030204" pitchFamily="49" charset="0"/>
                <a:ea typeface="Calibri" panose="020F0502020204030204" pitchFamily="34" charset="0"/>
                <a:cs typeface="Consolas" panose="020B0609020204030204" pitchFamily="49" charset="0"/>
              </a:rPr>
              <a:t>trapped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Bef>
                <a:spcPts val="0"/>
              </a:spcBef>
              <a:spcAft>
                <a:spcPts val="0"/>
              </a:spcAft>
              <a:buNone/>
            </a:pP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void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trap(T </a:t>
            </a:r>
            <a:r>
              <a:rPr lang="en-US" sz="2400" dirty="0">
                <a:solidFill>
                  <a:srgbClr val="6A3E3E"/>
                </a:solidFill>
                <a:latin typeface="Consolas" panose="020B0609020204030204" pitchFamily="49" charset="0"/>
                <a:ea typeface="Calibri" panose="020F0502020204030204" pitchFamily="34" charset="0"/>
                <a:cs typeface="Consolas" panose="020B0609020204030204" pitchFamily="49" charset="0"/>
              </a:rPr>
              <a:t>trapped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p>
          <a:p>
            <a:pPr marL="0" indent="0">
              <a:lnSpc>
                <a:spcPct val="107000"/>
              </a:lnSpc>
              <a:spcBef>
                <a:spcPts val="0"/>
              </a:spcBef>
              <a:spcAft>
                <a:spcPts val="0"/>
              </a:spcAft>
              <a:buNone/>
            </a:pPr>
            <a:r>
              <a:rPr lang="en-US" sz="2400" b="1"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b="1" dirty="0" err="1">
                <a:solidFill>
                  <a:srgbClr val="7F0055"/>
                </a:solidFill>
                <a:latin typeface="Consolas" panose="020B0609020204030204" pitchFamily="49" charset="0"/>
                <a:ea typeface="Calibri" panose="020F0502020204030204" pitchFamily="34" charset="0"/>
                <a:cs typeface="Consolas" panose="020B0609020204030204" pitchFamily="49" charset="0"/>
              </a:rPr>
              <a:t>this</a:t>
            </a:r>
            <a:r>
              <a:rPr lang="en-US" sz="2400" dirty="0" err="1">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2400" dirty="0" err="1">
                <a:solidFill>
                  <a:srgbClr val="0000C0"/>
                </a:solidFill>
                <a:latin typeface="Consolas" panose="020B0609020204030204" pitchFamily="49" charset="0"/>
                <a:ea typeface="Calibri" panose="020F0502020204030204" pitchFamily="34" charset="0"/>
                <a:cs typeface="Consolas" panose="020B0609020204030204" pitchFamily="49" charset="0"/>
              </a:rPr>
              <a:t>trapped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US" sz="2400" dirty="0">
                <a:solidFill>
                  <a:srgbClr val="6A3E3E"/>
                </a:solidFill>
                <a:latin typeface="Consolas" panose="020B0609020204030204" pitchFamily="49" charset="0"/>
                <a:ea typeface="Calibri" panose="020F0502020204030204" pitchFamily="34" charset="0"/>
                <a:cs typeface="Consolas" panose="020B0609020204030204" pitchFamily="49" charset="0"/>
              </a:rPr>
              <a:t>trapped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p>
          <a:p>
            <a:pPr marL="0" indent="0">
              <a:lnSpc>
                <a:spcPct val="107000"/>
              </a:lnSpc>
              <a:spcBef>
                <a:spcPts val="0"/>
              </a:spcBef>
              <a:spcAft>
                <a:spcPts val="0"/>
              </a:spcAft>
              <a:buNone/>
            </a:pP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p>
          <a:p>
            <a:pPr marL="0" indent="0">
              <a:lnSpc>
                <a:spcPct val="107000"/>
              </a:lnSpc>
              <a:spcBef>
                <a:spcPts val="0"/>
              </a:spcBef>
              <a:spcAft>
                <a:spcPts val="0"/>
              </a:spcAft>
              <a:buNone/>
            </a:pP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Bef>
                <a:spcPts val="0"/>
              </a:spcBef>
              <a:spcAft>
                <a:spcPts val="0"/>
              </a:spcAft>
              <a:buNone/>
            </a:pP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T release() { </a:t>
            </a:r>
          </a:p>
          <a:p>
            <a:pPr marL="0" indent="0">
              <a:lnSpc>
                <a:spcPct val="107000"/>
              </a:lnSpc>
              <a:spcBef>
                <a:spcPts val="0"/>
              </a:spcBef>
              <a:spcAft>
                <a:spcPts val="0"/>
              </a:spcAft>
              <a:buNone/>
            </a:pPr>
            <a:r>
              <a:rPr lang="en-US" sz="2400" b="1"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b="1" dirty="0">
                <a:solidFill>
                  <a:srgbClr val="7F0055"/>
                </a:solidFill>
                <a:latin typeface="Consolas" panose="020B0609020204030204" pitchFamily="49" charset="0"/>
                <a:ea typeface="Calibri" panose="020F0502020204030204" pitchFamily="34" charset="0"/>
                <a:cs typeface="Consolas" panose="020B0609020204030204" pitchFamily="49" charset="0"/>
              </a:rPr>
              <a:t>return</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2400" dirty="0">
                <a:solidFill>
                  <a:srgbClr val="0000C0"/>
                </a:solidFill>
                <a:latin typeface="Consolas" panose="020B0609020204030204" pitchFamily="49" charset="0"/>
                <a:ea typeface="Calibri" panose="020F0502020204030204" pitchFamily="34" charset="0"/>
                <a:cs typeface="Consolas" panose="020B0609020204030204" pitchFamily="49" charset="0"/>
              </a:rPr>
              <a:t>trapped</a:t>
            </a: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p>
          <a:p>
            <a:pPr marL="0" indent="0">
              <a:lnSpc>
                <a:spcPct val="107000"/>
              </a:lnSpc>
              <a:spcBef>
                <a:spcPts val="0"/>
              </a:spcBef>
              <a:spcAft>
                <a:spcPts val="0"/>
              </a:spcAft>
              <a:buNone/>
            </a:pP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Bef>
                <a:spcPts val="0"/>
              </a:spcBef>
              <a:spcAft>
                <a:spcPts val="800"/>
              </a:spcAft>
              <a:buNone/>
            </a:pPr>
            <a:r>
              <a:rPr lang="en-US" sz="240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4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he-IL" sz="2400" dirty="0"/>
          </a:p>
        </p:txBody>
      </p:sp>
      <p:pic>
        <p:nvPicPr>
          <p:cNvPr id="8194" name="Picture 2" descr="Image result for buzz meme everywhere">
            <a:extLst>
              <a:ext uri="{FF2B5EF4-FFF2-40B4-BE49-F238E27FC236}">
                <a16:creationId xmlns:a16="http://schemas.microsoft.com/office/drawing/2014/main" id="{805F5804-17D8-456C-91DD-6B23EACCD3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47636" y="3296086"/>
            <a:ext cx="4072583" cy="27687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7171E1B-EDD4-4FDF-9AF8-FB4F639E3651}"/>
              </a:ext>
            </a:extLst>
          </p:cNvPr>
          <p:cNvSpPr txBox="1"/>
          <p:nvPr/>
        </p:nvSpPr>
        <p:spPr>
          <a:xfrm>
            <a:off x="7668344" y="3429000"/>
            <a:ext cx="1475656" cy="369332"/>
          </a:xfrm>
          <a:prstGeom prst="rect">
            <a:avLst/>
          </a:prstGeom>
          <a:noFill/>
        </p:spPr>
        <p:txBody>
          <a:bodyPr wrap="square" rtlCol="1">
            <a:spAutoFit/>
          </a:bodyPr>
          <a:lstStyle/>
          <a:p>
            <a:pPr algn="r" rtl="1"/>
            <a:r>
              <a:rPr lang="he-IL" dirty="0">
                <a:solidFill>
                  <a:schemeClr val="accent3"/>
                </a:solidFill>
                <a:latin typeface="Arial"/>
                <a:cs typeface="Arial"/>
              </a:rPr>
              <a:t>משתני טיפוס</a:t>
            </a:r>
            <a:endParaRPr lang="he-IL" dirty="0">
              <a:solidFill>
                <a:schemeClr val="accent3"/>
              </a:solidFill>
            </a:endParaRPr>
          </a:p>
        </p:txBody>
      </p:sp>
      <p:sp>
        <p:nvSpPr>
          <p:cNvPr id="8" name="Explosion: 14 Points 7">
            <a:extLst>
              <a:ext uri="{FF2B5EF4-FFF2-40B4-BE49-F238E27FC236}">
                <a16:creationId xmlns:a16="http://schemas.microsoft.com/office/drawing/2014/main" id="{8014D8F3-5507-4B6C-9505-68140819E3BA}"/>
              </a:ext>
            </a:extLst>
          </p:cNvPr>
          <p:cNvSpPr/>
          <p:nvPr/>
        </p:nvSpPr>
        <p:spPr bwMode="auto">
          <a:xfrm>
            <a:off x="146306" y="3573629"/>
            <a:ext cx="1514167" cy="766916"/>
          </a:xfrm>
          <a:prstGeom prst="irregularSeal2">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1" anchor="ctr" anchorCtr="0" compatLnSpc="1">
            <a:prstTxWarp prst="textNoShape">
              <a:avLst/>
            </a:prstTxWarp>
          </a:bodyPr>
          <a:lstStyle/>
          <a:p>
            <a:pPr marL="0" marR="0" indent="0" algn="ctr" defTabSz="914400" rtl="1" eaLnBrk="1" fontAlgn="base" latinLnBrk="0" hangingPunct="1">
              <a:lnSpc>
                <a:spcPct val="100000"/>
              </a:lnSpc>
              <a:spcBef>
                <a:spcPct val="0"/>
              </a:spcBef>
              <a:spcAft>
                <a:spcPct val="0"/>
              </a:spcAft>
              <a:buClrTx/>
              <a:buSzTx/>
              <a:buFontTx/>
              <a:buNone/>
              <a:tabLst/>
            </a:pPr>
            <a:r>
              <a:rPr kumimoji="0" lang="he-IL" sz="1200" b="0" i="0" u="none" strike="noStrike" cap="none" normalizeH="0" baseline="0" dirty="0">
                <a:ln>
                  <a:noFill/>
                </a:ln>
                <a:solidFill>
                  <a:schemeClr val="tx2"/>
                </a:solidFill>
                <a:effectLst/>
                <a:latin typeface="Arial"/>
                <a:cs typeface="Arial"/>
              </a:rPr>
              <a:t>החזרת ערך</a:t>
            </a:r>
          </a:p>
        </p:txBody>
      </p:sp>
      <p:sp>
        <p:nvSpPr>
          <p:cNvPr id="10" name="Explosion: 14 Points 9">
            <a:extLst>
              <a:ext uri="{FF2B5EF4-FFF2-40B4-BE49-F238E27FC236}">
                <a16:creationId xmlns:a16="http://schemas.microsoft.com/office/drawing/2014/main" id="{22DAF98A-6785-46A7-AD6E-C595C089222F}"/>
              </a:ext>
            </a:extLst>
          </p:cNvPr>
          <p:cNvSpPr/>
          <p:nvPr/>
        </p:nvSpPr>
        <p:spPr bwMode="auto">
          <a:xfrm>
            <a:off x="-314632" y="1757119"/>
            <a:ext cx="1828799" cy="766916"/>
          </a:xfrm>
          <a:prstGeom prst="irregularSeal2">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1" anchor="ctr" anchorCtr="0" compatLnSpc="1">
            <a:prstTxWarp prst="textNoShape">
              <a:avLst/>
            </a:prstTxWarp>
          </a:bodyPr>
          <a:lstStyle/>
          <a:p>
            <a:pPr marL="0" marR="0" indent="0" algn="ctr" defTabSz="914400" rtl="1" eaLnBrk="1" fontAlgn="base" latinLnBrk="0" hangingPunct="1">
              <a:lnSpc>
                <a:spcPct val="100000"/>
              </a:lnSpc>
              <a:spcBef>
                <a:spcPct val="0"/>
              </a:spcBef>
              <a:spcAft>
                <a:spcPct val="0"/>
              </a:spcAft>
              <a:buClrTx/>
              <a:buSzTx/>
              <a:buFontTx/>
              <a:buNone/>
              <a:tabLst/>
            </a:pPr>
            <a:r>
              <a:rPr kumimoji="0" lang="he-IL" sz="1200" b="0" i="0" u="none" strike="noStrike" cap="none" normalizeH="0" baseline="0" dirty="0">
                <a:ln>
                  <a:noFill/>
                </a:ln>
                <a:solidFill>
                  <a:schemeClr val="tx2"/>
                </a:solidFill>
                <a:effectLst/>
                <a:latin typeface="Arial"/>
                <a:cs typeface="Arial"/>
              </a:rPr>
              <a:t>משתנה המופע</a:t>
            </a:r>
          </a:p>
        </p:txBody>
      </p:sp>
      <p:sp>
        <p:nvSpPr>
          <p:cNvPr id="11" name="Explosion: 14 Points 10">
            <a:extLst>
              <a:ext uri="{FF2B5EF4-FFF2-40B4-BE49-F238E27FC236}">
                <a16:creationId xmlns:a16="http://schemas.microsoft.com/office/drawing/2014/main" id="{1C4E696B-EB50-4899-9181-FAED1B188A09}"/>
              </a:ext>
            </a:extLst>
          </p:cNvPr>
          <p:cNvSpPr/>
          <p:nvPr/>
        </p:nvSpPr>
        <p:spPr bwMode="auto">
          <a:xfrm>
            <a:off x="5147187" y="1950077"/>
            <a:ext cx="1971368" cy="766916"/>
          </a:xfrm>
          <a:prstGeom prst="irregularSeal2">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1" anchor="ctr" anchorCtr="0" compatLnSpc="1">
            <a:prstTxWarp prst="textNoShape">
              <a:avLst/>
            </a:prstTxWarp>
          </a:bodyPr>
          <a:lstStyle/>
          <a:p>
            <a:pPr marL="0" marR="0" indent="0" algn="ctr" defTabSz="914400" rtl="1" eaLnBrk="1" fontAlgn="base" latinLnBrk="0" hangingPunct="1">
              <a:lnSpc>
                <a:spcPct val="100000"/>
              </a:lnSpc>
              <a:spcBef>
                <a:spcPct val="0"/>
              </a:spcBef>
              <a:spcAft>
                <a:spcPct val="0"/>
              </a:spcAft>
              <a:buClrTx/>
              <a:buSzTx/>
              <a:buFontTx/>
              <a:buNone/>
              <a:tabLst/>
            </a:pPr>
            <a:r>
              <a:rPr kumimoji="0" lang="he-IL" sz="1200" b="0" i="0" u="none" strike="noStrike" cap="none" normalizeH="0" baseline="0" dirty="0">
                <a:ln>
                  <a:noFill/>
                </a:ln>
                <a:solidFill>
                  <a:schemeClr val="tx2"/>
                </a:solidFill>
                <a:effectLst/>
                <a:latin typeface="Arial"/>
                <a:cs typeface="Arial"/>
              </a:rPr>
              <a:t>פרמטר הפונקציה</a:t>
            </a:r>
          </a:p>
        </p:txBody>
      </p:sp>
      <p:sp>
        <p:nvSpPr>
          <p:cNvPr id="12" name="Explosion: 14 Points 11">
            <a:extLst>
              <a:ext uri="{FF2B5EF4-FFF2-40B4-BE49-F238E27FC236}">
                <a16:creationId xmlns:a16="http://schemas.microsoft.com/office/drawing/2014/main" id="{4BCA869E-9B79-438A-B254-8521528D1F27}"/>
              </a:ext>
            </a:extLst>
          </p:cNvPr>
          <p:cNvSpPr/>
          <p:nvPr/>
        </p:nvSpPr>
        <p:spPr bwMode="auto">
          <a:xfrm>
            <a:off x="7207045" y="1752203"/>
            <a:ext cx="2394156" cy="1068245"/>
          </a:xfrm>
          <a:prstGeom prst="irregularSeal2">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1" anchor="ctr" anchorCtr="0" compatLnSpc="1">
            <a:prstTxWarp prst="textNoShape">
              <a:avLst/>
            </a:prstTxWarp>
          </a:bodyPr>
          <a:lstStyle/>
          <a:p>
            <a:pPr marL="0" marR="0" indent="0" algn="ctr" defTabSz="914400" rtl="1" eaLnBrk="1" fontAlgn="base" latinLnBrk="0" hangingPunct="1">
              <a:lnSpc>
                <a:spcPct val="100000"/>
              </a:lnSpc>
              <a:spcBef>
                <a:spcPct val="0"/>
              </a:spcBef>
              <a:spcAft>
                <a:spcPct val="0"/>
              </a:spcAft>
              <a:buClrTx/>
              <a:buSzTx/>
              <a:buFontTx/>
              <a:buNone/>
              <a:tabLst/>
            </a:pPr>
            <a:r>
              <a:rPr kumimoji="0" lang="he-IL" sz="1200" b="0" i="0" u="none" strike="noStrike" cap="none" normalizeH="0" baseline="0" dirty="0">
                <a:ln>
                  <a:noFill/>
                </a:ln>
                <a:solidFill>
                  <a:schemeClr val="tx2"/>
                </a:solidFill>
                <a:effectLst/>
                <a:latin typeface="Arial"/>
                <a:cs typeface="Arial"/>
              </a:rPr>
              <a:t>פרמטריזציה של מחלקת-על</a:t>
            </a:r>
          </a:p>
        </p:txBody>
      </p:sp>
      <p:sp>
        <p:nvSpPr>
          <p:cNvPr id="13" name="Title 1">
            <a:extLst>
              <a:ext uri="{FF2B5EF4-FFF2-40B4-BE49-F238E27FC236}">
                <a16:creationId xmlns:a16="http://schemas.microsoft.com/office/drawing/2014/main" id="{02BB5E90-CACF-4E4F-86A6-509FFF67DAD0}"/>
              </a:ext>
            </a:extLst>
          </p:cNvPr>
          <p:cNvSpPr>
            <a:spLocks noGrp="1"/>
          </p:cNvSpPr>
          <p:nvPr>
            <p:ph type="title"/>
          </p:nvPr>
        </p:nvSpPr>
        <p:spPr>
          <a:xfrm>
            <a:off x="457200" y="152400"/>
            <a:ext cx="8229600" cy="990600"/>
          </a:xfrm>
        </p:spPr>
        <p:txBody>
          <a:bodyPr/>
          <a:lstStyle/>
          <a:p>
            <a:pPr algn="r" rtl="1"/>
            <a:r>
              <a:rPr lang="he-IL" dirty="0">
                <a:latin typeface="Arial"/>
                <a:cs typeface="Arial"/>
              </a:rPr>
              <a:t>פרמטר-טיפוס בכל מקום</a:t>
            </a:r>
            <a:endParaRPr lang="he-IL" dirty="0"/>
          </a:p>
        </p:txBody>
      </p:sp>
      <p:sp>
        <p:nvSpPr>
          <p:cNvPr id="7" name="Date Placeholder 6">
            <a:extLst>
              <a:ext uri="{FF2B5EF4-FFF2-40B4-BE49-F238E27FC236}">
                <a16:creationId xmlns:a16="http://schemas.microsoft.com/office/drawing/2014/main" id="{84500055-6DB9-45DB-AC04-466C80A7061A}"/>
              </a:ext>
            </a:extLst>
          </p:cNvPr>
          <p:cNvSpPr>
            <a:spLocks noGrp="1"/>
          </p:cNvSpPr>
          <p:nvPr>
            <p:ph type="dt" sz="half" idx="10"/>
          </p:nvPr>
        </p:nvSpPr>
        <p:spPr/>
        <p:txBody>
          <a:bodyPr/>
          <a:lstStyle/>
          <a:p>
            <a:fld id="{3C6001B7-8420-40B4-8647-AF10D79F4946}" type="datetime8">
              <a:rPr lang="he-IL" smtClean="0"/>
              <a:t>19 אפריל 26</a:t>
            </a:fld>
            <a:endParaRPr lang="en-US" dirty="0"/>
          </a:p>
        </p:txBody>
      </p:sp>
      <p:sp>
        <p:nvSpPr>
          <p:cNvPr id="9" name="Footer Placeholder 8">
            <a:extLst>
              <a:ext uri="{FF2B5EF4-FFF2-40B4-BE49-F238E27FC236}">
                <a16:creationId xmlns:a16="http://schemas.microsoft.com/office/drawing/2014/main" id="{505161B8-0864-450C-AB01-A2CB4D74254A}"/>
              </a:ext>
            </a:extLst>
          </p:cNvPr>
          <p:cNvSpPr>
            <a:spLocks noGrp="1"/>
          </p:cNvSpPr>
          <p:nvPr>
            <p:ph type="ftr" sz="quarter" idx="11"/>
          </p:nvPr>
        </p:nvSpPr>
        <p:spPr/>
        <p:txBody>
          <a:bodyPr/>
          <a:lstStyle/>
          <a:p>
            <a:r>
              <a:rPr lang="he-IL"/>
              <a:t>עיצוב ותכנות מונחה עצמים מתקדם</a:t>
            </a:r>
            <a:endParaRPr lang="en-US"/>
          </a:p>
        </p:txBody>
      </p:sp>
      <p:sp>
        <p:nvSpPr>
          <p:cNvPr id="14" name="Slide Number Placeholder 13">
            <a:extLst>
              <a:ext uri="{FF2B5EF4-FFF2-40B4-BE49-F238E27FC236}">
                <a16:creationId xmlns:a16="http://schemas.microsoft.com/office/drawing/2014/main" id="{4FD32A6C-BD68-40E1-89EF-D1D342EDEBA9}"/>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37</a:t>
            </a:fld>
            <a:endParaRPr kumimoji="0" lang="en-US" dirty="0"/>
          </a:p>
        </p:txBody>
      </p:sp>
    </p:spTree>
    <p:extLst>
      <p:ext uri="{BB962C8B-B14F-4D97-AF65-F5344CB8AC3E}">
        <p14:creationId xmlns:p14="http://schemas.microsoft.com/office/powerpoint/2010/main" val="233872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E116E1C-6D25-40BC-A940-575FCAB28BB4}"/>
              </a:ext>
            </a:extLst>
          </p:cNvPr>
          <p:cNvSpPr>
            <a:spLocks noGrp="1"/>
          </p:cNvSpPr>
          <p:nvPr>
            <p:ph type="title"/>
          </p:nvPr>
        </p:nvSpPr>
        <p:spPr>
          <a:xfrm>
            <a:off x="457200" y="2132856"/>
            <a:ext cx="8229600" cy="1440160"/>
          </a:xfrm>
        </p:spPr>
        <p:txBody>
          <a:bodyPr>
            <a:normAutofit/>
          </a:bodyPr>
          <a:lstStyle/>
          <a:p>
            <a:pPr rtl="1"/>
            <a:r>
              <a:rPr lang="he-IL" sz="3200" dirty="0">
                <a:latin typeface="Arial"/>
                <a:cs typeface="Arial"/>
              </a:rPr>
              <a:t>המחלקות הגנריות </a:t>
            </a:r>
            <a:r>
              <a:rPr lang="he-IL" sz="3200" i="1" dirty="0">
                <a:latin typeface="Arial"/>
                <a:cs typeface="Arial"/>
              </a:rPr>
              <a:t>מחלקה</a:t>
            </a:r>
            <a:r>
              <a:rPr lang="he-IL" sz="3200" dirty="0">
                <a:latin typeface="Arial"/>
                <a:cs typeface="Arial"/>
              </a:rPr>
              <a:t> (</a:t>
            </a:r>
            <a:r>
              <a:rPr lang="en-US" sz="3200" dirty="0">
                <a:latin typeface="Arial"/>
                <a:cs typeface="Arial"/>
              </a:rPr>
              <a:t>Class</a:t>
            </a:r>
            <a:r>
              <a:rPr lang="he-IL" sz="3200" dirty="0">
                <a:latin typeface="Arial"/>
                <a:cs typeface="Arial"/>
              </a:rPr>
              <a:t>), </a:t>
            </a:r>
            <a:r>
              <a:rPr lang="he-IL" sz="3200" i="1" dirty="0">
                <a:latin typeface="Arial"/>
                <a:cs typeface="Arial"/>
              </a:rPr>
              <a:t>בנאי</a:t>
            </a:r>
            <a:r>
              <a:rPr lang="he-IL" sz="3200" dirty="0">
                <a:latin typeface="Arial"/>
                <a:cs typeface="Arial"/>
              </a:rPr>
              <a:t> (</a:t>
            </a:r>
            <a:r>
              <a:rPr lang="en-US" sz="3200" dirty="0">
                <a:latin typeface="Arial"/>
                <a:cs typeface="Arial"/>
              </a:rPr>
              <a:t>Constructor</a:t>
            </a:r>
            <a:r>
              <a:rPr lang="he-IL" sz="3200" dirty="0">
                <a:latin typeface="Arial"/>
                <a:cs typeface="Arial"/>
              </a:rPr>
              <a:t>) ו</a:t>
            </a:r>
            <a:r>
              <a:rPr lang="he-IL" sz="3200" i="1" dirty="0">
                <a:latin typeface="Arial"/>
                <a:cs typeface="Arial"/>
              </a:rPr>
              <a:t>פונקציה</a:t>
            </a:r>
            <a:r>
              <a:rPr lang="he-IL" sz="3200" dirty="0">
                <a:latin typeface="Arial"/>
                <a:cs typeface="Arial"/>
              </a:rPr>
              <a:t> (</a:t>
            </a:r>
            <a:r>
              <a:rPr lang="en-US" sz="3200" dirty="0">
                <a:latin typeface="Arial"/>
                <a:cs typeface="Arial"/>
              </a:rPr>
              <a:t>Function</a:t>
            </a:r>
            <a:r>
              <a:rPr lang="he-IL" sz="3200" dirty="0">
                <a:latin typeface="Arial"/>
                <a:cs typeface="Arial"/>
              </a:rPr>
              <a:t>)</a:t>
            </a:r>
          </a:p>
        </p:txBody>
      </p:sp>
      <p:sp>
        <p:nvSpPr>
          <p:cNvPr id="2" name="Date Placeholder 1">
            <a:extLst>
              <a:ext uri="{FF2B5EF4-FFF2-40B4-BE49-F238E27FC236}">
                <a16:creationId xmlns:a16="http://schemas.microsoft.com/office/drawing/2014/main" id="{59A15141-0DAB-42A6-B102-E37565779428}"/>
              </a:ext>
            </a:extLst>
          </p:cNvPr>
          <p:cNvSpPr>
            <a:spLocks noGrp="1"/>
          </p:cNvSpPr>
          <p:nvPr>
            <p:ph type="dt" sz="half" idx="10"/>
          </p:nvPr>
        </p:nvSpPr>
        <p:spPr/>
        <p:txBody>
          <a:bodyPr/>
          <a:lstStyle/>
          <a:p>
            <a:pPr eaLnBrk="1" latinLnBrk="0" hangingPunct="1"/>
            <a:fld id="{E13F4EC0-3769-40E2-B00B-3C5D9E6920B8}" type="datetime8">
              <a:rPr lang="he-IL" smtClean="0"/>
              <a:t>19 אפריל 26</a:t>
            </a:fld>
            <a:endParaRPr lang="en-US"/>
          </a:p>
        </p:txBody>
      </p:sp>
      <p:sp>
        <p:nvSpPr>
          <p:cNvPr id="6" name="Footer Placeholder 5">
            <a:extLst>
              <a:ext uri="{FF2B5EF4-FFF2-40B4-BE49-F238E27FC236}">
                <a16:creationId xmlns:a16="http://schemas.microsoft.com/office/drawing/2014/main" id="{FC39807D-3645-4160-9D43-348D9E22A5E3}"/>
              </a:ext>
            </a:extLst>
          </p:cNvPr>
          <p:cNvSpPr>
            <a:spLocks noGrp="1"/>
          </p:cNvSpPr>
          <p:nvPr>
            <p:ph type="ftr" sz="quarter" idx="11"/>
          </p:nvPr>
        </p:nvSpPr>
        <p:spPr/>
        <p:txBody>
          <a:bodyPr/>
          <a:lstStyle/>
          <a:p>
            <a:r>
              <a:rPr kumimoji="0" lang="he-IL"/>
              <a:t>עיצוב ותכנות מונחה עצמים מתקדם</a:t>
            </a:r>
            <a:endParaRPr kumimoji="0" lang="en-US"/>
          </a:p>
        </p:txBody>
      </p:sp>
      <p:sp>
        <p:nvSpPr>
          <p:cNvPr id="8" name="Slide Number Placeholder 7">
            <a:extLst>
              <a:ext uri="{FF2B5EF4-FFF2-40B4-BE49-F238E27FC236}">
                <a16:creationId xmlns:a16="http://schemas.microsoft.com/office/drawing/2014/main" id="{2E89A135-DD90-4EDC-BBAE-7A6E21BD61CE}"/>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38</a:t>
            </a:fld>
            <a:endParaRPr kumimoji="0" lang="en-US"/>
          </a:p>
        </p:txBody>
      </p:sp>
    </p:spTree>
    <p:extLst>
      <p:ext uri="{BB962C8B-B14F-4D97-AF65-F5344CB8AC3E}">
        <p14:creationId xmlns:p14="http://schemas.microsoft.com/office/powerpoint/2010/main" val="6007254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9B7C074-95EA-475A-BA1C-01BCDBF9BC70}"/>
              </a:ext>
            </a:extLst>
          </p:cNvPr>
          <p:cNvSpPr>
            <a:spLocks noGrp="1"/>
          </p:cNvSpPr>
          <p:nvPr>
            <p:ph type="title"/>
          </p:nvPr>
        </p:nvSpPr>
        <p:spPr/>
        <p:txBody>
          <a:bodyPr/>
          <a:lstStyle/>
          <a:p>
            <a:pPr algn="r" rtl="1"/>
            <a:r>
              <a:rPr lang="he-IL" dirty="0">
                <a:latin typeface="Arial"/>
                <a:cs typeface="Arial"/>
              </a:rPr>
              <a:t>רקע:</a:t>
            </a:r>
            <a:r>
              <a:rPr lang="en-US" dirty="0">
                <a:latin typeface="Arial"/>
                <a:cs typeface="Arial"/>
              </a:rPr>
              <a:t> </a:t>
            </a:r>
            <a:r>
              <a:rPr lang="he-IL" dirty="0">
                <a:latin typeface="Arial"/>
                <a:cs typeface="Arial"/>
              </a:rPr>
              <a:t>השלכות של </a:t>
            </a:r>
            <a:r>
              <a:rPr lang="en-US" dirty="0">
                <a:latin typeface="Arial"/>
                <a:cs typeface="Arial"/>
              </a:rPr>
              <a:t>Type Erasure</a:t>
            </a:r>
            <a:endParaRPr lang="he-IL" dirty="0">
              <a:latin typeface="Arial"/>
              <a:cs typeface="Arial"/>
            </a:endParaRPr>
          </a:p>
        </p:txBody>
      </p:sp>
      <p:sp>
        <p:nvSpPr>
          <p:cNvPr id="3" name="מציין מיקום של תאריך 2">
            <a:extLst>
              <a:ext uri="{FF2B5EF4-FFF2-40B4-BE49-F238E27FC236}">
                <a16:creationId xmlns:a16="http://schemas.microsoft.com/office/drawing/2014/main" id="{4E24BA3F-BF14-4EF0-9AF5-4BA308776DA2}"/>
              </a:ext>
            </a:extLst>
          </p:cNvPr>
          <p:cNvSpPr>
            <a:spLocks noGrp="1"/>
          </p:cNvSpPr>
          <p:nvPr>
            <p:ph type="dt" sz="half" idx="10"/>
          </p:nvPr>
        </p:nvSpPr>
        <p:spPr/>
        <p:txBody>
          <a:bodyPr/>
          <a:lstStyle/>
          <a:p>
            <a:fld id="{FB09B69C-EFD3-416D-B37C-B8D12A87D466}" type="datetime8">
              <a:rPr lang="he-IL" smtClean="0"/>
              <a:t>19 אפריל 26</a:t>
            </a:fld>
            <a:endParaRPr lang="en-US" dirty="0"/>
          </a:p>
        </p:txBody>
      </p:sp>
      <p:sp>
        <p:nvSpPr>
          <p:cNvPr id="4" name="מציין מיקום של כותרת תחתונה 3">
            <a:extLst>
              <a:ext uri="{FF2B5EF4-FFF2-40B4-BE49-F238E27FC236}">
                <a16:creationId xmlns:a16="http://schemas.microsoft.com/office/drawing/2014/main" id="{D75ECC9E-D455-4487-8260-02ADD6E63A64}"/>
              </a:ext>
            </a:extLst>
          </p:cNvPr>
          <p:cNvSpPr>
            <a:spLocks noGrp="1"/>
          </p:cNvSpPr>
          <p:nvPr>
            <p:ph type="ftr" sz="quarter" idx="11"/>
          </p:nvPr>
        </p:nvSpPr>
        <p:spPr/>
        <p:txBody>
          <a:bodyPr/>
          <a:lstStyle/>
          <a:p>
            <a:r>
              <a:rPr lang="he-IL"/>
              <a:t>עיצוב ותִכנוּת מונחי עצמים להנדסה</a:t>
            </a:r>
            <a:endParaRPr lang="en-US"/>
          </a:p>
        </p:txBody>
      </p:sp>
      <p:sp>
        <p:nvSpPr>
          <p:cNvPr id="5" name="מציין מיקום של מספר שקופית 4">
            <a:extLst>
              <a:ext uri="{FF2B5EF4-FFF2-40B4-BE49-F238E27FC236}">
                <a16:creationId xmlns:a16="http://schemas.microsoft.com/office/drawing/2014/main" id="{1180E8E8-F187-455C-8D8E-B05CDBBF2724}"/>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39</a:t>
            </a:fld>
            <a:endParaRPr kumimoji="0" lang="en-US" dirty="0"/>
          </a:p>
        </p:txBody>
      </p:sp>
      <p:sp>
        <p:nvSpPr>
          <p:cNvPr id="6" name="מציין מיקום תוכן 5">
            <a:extLst>
              <a:ext uri="{FF2B5EF4-FFF2-40B4-BE49-F238E27FC236}">
                <a16:creationId xmlns:a16="http://schemas.microsoft.com/office/drawing/2014/main" id="{257816B0-6DDF-4F93-90C3-0D05FE8A48D1}"/>
              </a:ext>
            </a:extLst>
          </p:cNvPr>
          <p:cNvSpPr>
            <a:spLocks noGrp="1"/>
          </p:cNvSpPr>
          <p:nvPr>
            <p:ph sz="quarter" idx="1"/>
          </p:nvPr>
        </p:nvSpPr>
        <p:spPr/>
        <p:txBody>
          <a:bodyPr>
            <a:normAutofit/>
          </a:bodyPr>
          <a:lstStyle/>
          <a:p>
            <a:pPr algn="r" rtl="1"/>
            <a:r>
              <a:rPr lang="he-IL" dirty="0"/>
              <a:t>בעיה: בזמן ריצה האובייקט לא יודע מה היה ה-</a:t>
            </a:r>
            <a:r>
              <a:rPr lang="en-US" dirty="0"/>
              <a:t>T </a:t>
            </a:r>
            <a:r>
              <a:rPr lang="he-IL" dirty="0"/>
              <a:t> המקורי שלו לכן אי אפשר:</a:t>
            </a:r>
          </a:p>
          <a:p>
            <a:pPr marL="548640" lvl="2" algn="r" rtl="1">
              <a:spcAft>
                <a:spcPts val="2400"/>
              </a:spcAft>
              <a:buClr>
                <a:schemeClr val="accent1"/>
              </a:buClr>
            </a:pPr>
            <a:r>
              <a:rPr lang="he-IL" sz="2300" dirty="0">
                <a:solidFill>
                  <a:srgbClr val="002060"/>
                </a:solidFill>
              </a:rPr>
              <a:t>לייצר מופע חדש ע"י הפקודה </a:t>
            </a:r>
            <a:r>
              <a:rPr lang="en-US" sz="2300" dirty="0">
                <a:solidFill>
                  <a:srgbClr val="002060"/>
                </a:solidFill>
              </a:rPr>
              <a:t>new T()</a:t>
            </a:r>
            <a:r>
              <a:rPr lang="he-IL" sz="2300" dirty="0">
                <a:solidFill>
                  <a:srgbClr val="002060"/>
                </a:solidFill>
              </a:rPr>
              <a:t> כי הקומפיילר לא יודע איזה בנאי קיים.</a:t>
            </a:r>
          </a:p>
          <a:p>
            <a:pPr marL="548640" lvl="2" algn="r" rtl="1">
              <a:spcAft>
                <a:spcPts val="2400"/>
              </a:spcAft>
              <a:buClr>
                <a:schemeClr val="accent1"/>
              </a:buClr>
            </a:pPr>
            <a:r>
              <a:rPr lang="he-IL" sz="2300" dirty="0">
                <a:solidFill>
                  <a:srgbClr val="002060"/>
                </a:solidFill>
              </a:rPr>
              <a:t>לבדוק טיפוס ע"י </a:t>
            </a:r>
            <a:r>
              <a:rPr lang="en-US" sz="2300" dirty="0">
                <a:solidFill>
                  <a:srgbClr val="002060"/>
                </a:solidFill>
              </a:rPr>
              <a:t>T</a:t>
            </a:r>
            <a:r>
              <a:rPr lang="he-IL" sz="2300" dirty="0">
                <a:solidFill>
                  <a:srgbClr val="002060"/>
                </a:solidFill>
              </a:rPr>
              <a:t> </a:t>
            </a:r>
            <a:r>
              <a:rPr lang="en-US" sz="2300" dirty="0" err="1">
                <a:solidFill>
                  <a:srgbClr val="002060"/>
                </a:solidFill>
              </a:rPr>
              <a:t>instanceof</a:t>
            </a:r>
            <a:r>
              <a:rPr lang="he-IL" sz="2300" dirty="0">
                <a:solidFill>
                  <a:srgbClr val="002060"/>
                </a:solidFill>
              </a:rPr>
              <a:t> כי המידע לא קיים בזמן הריצה</a:t>
            </a:r>
          </a:p>
          <a:p>
            <a:pPr marL="274320" lvl="1" algn="r" rtl="1">
              <a:spcAft>
                <a:spcPts val="2400"/>
              </a:spcAft>
              <a:buClr>
                <a:schemeClr val="accent1"/>
              </a:buClr>
            </a:pPr>
            <a:r>
              <a:rPr lang="he-IL" sz="2800" dirty="0">
                <a:latin typeface="Arial"/>
                <a:cs typeface="Arial"/>
              </a:rPr>
              <a:t>פתרון אפשרי – </a:t>
            </a:r>
            <a:r>
              <a:rPr lang="en-US" sz="2800" dirty="0">
                <a:latin typeface="Arial"/>
                <a:cs typeface="Arial"/>
              </a:rPr>
              <a:t>Class Tokens</a:t>
            </a:r>
            <a:r>
              <a:rPr lang="he-IL" sz="2800" dirty="0">
                <a:latin typeface="Arial"/>
                <a:cs typeface="Arial"/>
              </a:rPr>
              <a:t> ו-</a:t>
            </a:r>
            <a:r>
              <a:rPr lang="en-US" sz="2800" dirty="0">
                <a:latin typeface="Arial"/>
                <a:cs typeface="Arial"/>
              </a:rPr>
              <a:t>Reflection</a:t>
            </a:r>
            <a:r>
              <a:rPr lang="he-IL" sz="2800" dirty="0">
                <a:latin typeface="Arial"/>
                <a:cs typeface="Arial"/>
              </a:rPr>
              <a:t>:</a:t>
            </a:r>
          </a:p>
          <a:p>
            <a:pPr marL="548640" lvl="2" algn="r" rtl="1">
              <a:spcAft>
                <a:spcPts val="2400"/>
              </a:spcAft>
              <a:buClr>
                <a:schemeClr val="accent1"/>
              </a:buClr>
            </a:pPr>
            <a:r>
              <a:rPr lang="he-IL" sz="2400" b="1" dirty="0"/>
              <a:t>הרעיון:</a:t>
            </a:r>
            <a:r>
              <a:rPr lang="he-IL" sz="2400" dirty="0"/>
              <a:t> אם המידע נמחק, נעביר אותו באופן מפורש</a:t>
            </a:r>
            <a:endParaRPr lang="en-US" sz="2300" dirty="0">
              <a:solidFill>
                <a:srgbClr val="002060"/>
              </a:solidFill>
            </a:endParaRPr>
          </a:p>
          <a:p>
            <a:pPr marL="274320" lvl="1" indent="0" algn="r" rtl="1">
              <a:buNone/>
            </a:pPr>
            <a:endParaRPr lang="he-IL" dirty="0"/>
          </a:p>
          <a:p>
            <a:pPr lvl="1" algn="r" rtl="1"/>
            <a:endParaRPr lang="he-IL" dirty="0"/>
          </a:p>
          <a:p>
            <a:pPr algn="r" rtl="1"/>
            <a:endParaRPr lang="he-IL" dirty="0"/>
          </a:p>
        </p:txBody>
      </p:sp>
    </p:spTree>
    <p:extLst>
      <p:ext uri="{BB962C8B-B14F-4D97-AF65-F5344CB8AC3E}">
        <p14:creationId xmlns:p14="http://schemas.microsoft.com/office/powerpoint/2010/main" val="71485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25142-F40A-4CFD-A19B-3F799837AACB}"/>
              </a:ext>
            </a:extLst>
          </p:cNvPr>
          <p:cNvSpPr>
            <a:spLocks noGrp="1"/>
          </p:cNvSpPr>
          <p:nvPr>
            <p:ph type="title"/>
          </p:nvPr>
        </p:nvSpPr>
        <p:spPr/>
        <p:txBody>
          <a:bodyPr>
            <a:normAutofit/>
          </a:bodyPr>
          <a:lstStyle/>
          <a:p>
            <a:pPr algn="r" rtl="1"/>
            <a:r>
              <a:rPr lang="he-IL" sz="3600" dirty="0">
                <a:latin typeface="Arial"/>
                <a:cs typeface="Arial"/>
              </a:rPr>
              <a:t>בעיה: יצירת מופע של משתנה טיפוס</a:t>
            </a:r>
            <a:endParaRPr lang="he-IL" sz="3600" dirty="0"/>
          </a:p>
        </p:txBody>
      </p:sp>
      <p:sp>
        <p:nvSpPr>
          <p:cNvPr id="3" name="Content Placeholder 2">
            <a:extLst>
              <a:ext uri="{FF2B5EF4-FFF2-40B4-BE49-F238E27FC236}">
                <a16:creationId xmlns:a16="http://schemas.microsoft.com/office/drawing/2014/main" id="{C107494F-4872-4AA2-BE90-5F0596A3F1BE}"/>
              </a:ext>
            </a:extLst>
          </p:cNvPr>
          <p:cNvSpPr>
            <a:spLocks noGrp="1"/>
          </p:cNvSpPr>
          <p:nvPr>
            <p:ph idx="1"/>
          </p:nvPr>
        </p:nvSpPr>
        <p:spPr/>
        <p:txBody>
          <a:bodyPr/>
          <a:lstStyle/>
          <a:p>
            <a:pPr algn="r" rtl="1">
              <a:buFont typeface="Wingdings 3" panose="05040102010807070707" pitchFamily="18" charset="2"/>
              <a:buChar char=""/>
            </a:pPr>
            <a:r>
              <a:rPr lang="he-IL" dirty="0">
                <a:latin typeface="Arial"/>
                <a:cs typeface="Arial"/>
              </a:rPr>
              <a:t>יצירת מופע של אובייקט באמצעות 'new' עם משתנה טיפוס אינה אפשרית</a:t>
            </a:r>
          </a:p>
          <a:p>
            <a:pPr marL="0" indent="0" rtl="1">
              <a:buNone/>
            </a:pPr>
            <a:endParaRPr lang="he-IL" altLang="he-IL" strike="sngStrike" dirty="0">
              <a:solidFill>
                <a:srgbClr val="000088"/>
              </a:solidFill>
              <a:latin typeface="Arial"/>
            </a:endParaRPr>
          </a:p>
          <a:p>
            <a:pPr marL="0" indent="0" algn="l">
              <a:buNone/>
            </a:pPr>
            <a:r>
              <a:rPr lang="he-IL" altLang="he-IL" dirty="0">
                <a:solidFill>
                  <a:srgbClr val="000088"/>
                </a:solidFill>
                <a:latin typeface="Arial"/>
                <a:cs typeface="Arial"/>
              </a:rPr>
              <a:t>T</a:t>
            </a:r>
            <a:r>
              <a:rPr lang="he-IL" dirty="0">
                <a:latin typeface="Arial"/>
                <a:cs typeface="Arial"/>
              </a:rPr>
              <a:t> </a:t>
            </a:r>
            <a:r>
              <a:rPr lang="he-IL" altLang="he-IL" dirty="0">
                <a:solidFill>
                  <a:srgbClr val="000088"/>
                </a:solidFill>
                <a:latin typeface="Arial"/>
                <a:cs typeface="Arial"/>
              </a:rPr>
              <a:t>element</a:t>
            </a:r>
            <a:r>
              <a:rPr lang="he-IL" dirty="0">
                <a:latin typeface="Arial"/>
                <a:cs typeface="Arial"/>
              </a:rPr>
              <a:t> </a:t>
            </a:r>
            <a:r>
              <a:rPr lang="he-IL" altLang="he-IL" dirty="0">
                <a:solidFill>
                  <a:srgbClr val="555555"/>
                </a:solidFill>
                <a:latin typeface="Arial"/>
                <a:cs typeface="Arial"/>
              </a:rPr>
              <a:t>=</a:t>
            </a:r>
            <a:r>
              <a:rPr lang="he-IL" dirty="0">
                <a:latin typeface="Arial"/>
                <a:cs typeface="Arial"/>
              </a:rPr>
              <a:t> </a:t>
            </a:r>
            <a:r>
              <a:rPr lang="he-IL" altLang="he-IL" b="1" dirty="0" err="1">
                <a:solidFill>
                  <a:srgbClr val="006699"/>
                </a:solidFill>
                <a:latin typeface="Arial"/>
                <a:cs typeface="Arial"/>
              </a:rPr>
              <a:t>new</a:t>
            </a:r>
            <a:r>
              <a:rPr lang="he-IL" dirty="0">
                <a:latin typeface="Arial"/>
                <a:cs typeface="Arial"/>
              </a:rPr>
              <a:t> </a:t>
            </a:r>
            <a:r>
              <a:rPr lang="he-IL" altLang="he-IL" dirty="0">
                <a:solidFill>
                  <a:srgbClr val="000088"/>
                </a:solidFill>
                <a:latin typeface="Arial"/>
                <a:cs typeface="Arial"/>
              </a:rPr>
              <a:t>T</a:t>
            </a:r>
            <a:r>
              <a:rPr lang="en-US" altLang="he-IL" dirty="0">
                <a:solidFill>
                  <a:srgbClr val="555555"/>
                </a:solidFill>
                <a:latin typeface="Arial"/>
                <a:cs typeface="Arial"/>
              </a:rPr>
              <a:t>();</a:t>
            </a:r>
            <a:endParaRPr lang="he-IL" altLang="he-IL" dirty="0">
              <a:latin typeface="Arial"/>
            </a:endParaRPr>
          </a:p>
        </p:txBody>
      </p:sp>
      <p:sp>
        <p:nvSpPr>
          <p:cNvPr id="7" name="Date Placeholder 6">
            <a:extLst>
              <a:ext uri="{FF2B5EF4-FFF2-40B4-BE49-F238E27FC236}">
                <a16:creationId xmlns:a16="http://schemas.microsoft.com/office/drawing/2014/main" id="{2376B4D1-CA80-4554-B032-7E364FA1F36D}"/>
              </a:ext>
            </a:extLst>
          </p:cNvPr>
          <p:cNvSpPr>
            <a:spLocks noGrp="1"/>
          </p:cNvSpPr>
          <p:nvPr>
            <p:ph type="dt" sz="half" idx="10"/>
          </p:nvPr>
        </p:nvSpPr>
        <p:spPr/>
        <p:txBody>
          <a:bodyPr/>
          <a:lstStyle/>
          <a:p>
            <a:fld id="{049A7436-8460-4A53-9B7A-FFA71893664A}" type="datetime8">
              <a:rPr lang="he-IL" smtClean="0"/>
              <a:t>19 אפריל 26</a:t>
            </a:fld>
            <a:endParaRPr lang="en-US" dirty="0"/>
          </a:p>
        </p:txBody>
      </p:sp>
      <p:sp>
        <p:nvSpPr>
          <p:cNvPr id="8" name="Footer Placeholder 7">
            <a:extLst>
              <a:ext uri="{FF2B5EF4-FFF2-40B4-BE49-F238E27FC236}">
                <a16:creationId xmlns:a16="http://schemas.microsoft.com/office/drawing/2014/main" id="{542ED33D-42C4-4C38-81CF-3A986B06A360}"/>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B9FC43CA-7933-47E3-AC42-F6576255AC84}"/>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40</a:t>
            </a:fld>
            <a:endParaRPr kumimoji="0" lang="en-US" dirty="0"/>
          </a:p>
        </p:txBody>
      </p:sp>
      <p:cxnSp>
        <p:nvCxnSpPr>
          <p:cNvPr id="5" name="Straight Connector 4">
            <a:extLst>
              <a:ext uri="{FF2B5EF4-FFF2-40B4-BE49-F238E27FC236}">
                <a16:creationId xmlns:a16="http://schemas.microsoft.com/office/drawing/2014/main" id="{3AF5BBB5-0E10-4699-8D79-8FAE7131D07B}"/>
              </a:ext>
            </a:extLst>
          </p:cNvPr>
          <p:cNvCxnSpPr>
            <a:cxnSpLocks/>
          </p:cNvCxnSpPr>
          <p:nvPr/>
        </p:nvCxnSpPr>
        <p:spPr>
          <a:xfrm flipH="1">
            <a:off x="457200" y="3284984"/>
            <a:ext cx="325070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988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951ED-5422-4254-9C44-F749320B19DF}"/>
              </a:ext>
            </a:extLst>
          </p:cNvPr>
          <p:cNvSpPr>
            <a:spLocks noGrp="1"/>
          </p:cNvSpPr>
          <p:nvPr>
            <p:ph type="title"/>
          </p:nvPr>
        </p:nvSpPr>
        <p:spPr/>
        <p:txBody>
          <a:bodyPr/>
          <a:lstStyle/>
          <a:p>
            <a:pPr algn="r" rtl="1"/>
            <a:r>
              <a:rPr lang="he-IL" dirty="0">
                <a:latin typeface="Arial"/>
                <a:cs typeface="Arial"/>
              </a:rPr>
              <a:t>פתרון: המחלקה הגנרית </a:t>
            </a:r>
            <a:r>
              <a:rPr lang="en-US" dirty="0"/>
              <a:t>Class &lt;T&gt;</a:t>
            </a:r>
            <a:endParaRPr lang="he-IL" dirty="0"/>
          </a:p>
        </p:txBody>
      </p:sp>
      <p:sp>
        <p:nvSpPr>
          <p:cNvPr id="3" name="Content Placeholder 2">
            <a:extLst>
              <a:ext uri="{FF2B5EF4-FFF2-40B4-BE49-F238E27FC236}">
                <a16:creationId xmlns:a16="http://schemas.microsoft.com/office/drawing/2014/main" id="{E2CEDE6E-17BE-40E0-A58B-CFBD3850C0CC}"/>
              </a:ext>
            </a:extLst>
          </p:cNvPr>
          <p:cNvSpPr>
            <a:spLocks noGrp="1"/>
          </p:cNvSpPr>
          <p:nvPr>
            <p:ph idx="1"/>
          </p:nvPr>
        </p:nvSpPr>
        <p:spPr>
          <a:xfrm>
            <a:off x="457200" y="1219200"/>
            <a:ext cx="8229600" cy="4937760"/>
          </a:xfrm>
        </p:spPr>
        <p:txBody>
          <a:bodyPr>
            <a:normAutofit lnSpcReduction="10000"/>
          </a:bodyPr>
          <a:lstStyle/>
          <a:p>
            <a:pPr marL="0" indent="0" algn="r" rtl="1">
              <a:spcAft>
                <a:spcPts val="1200"/>
              </a:spcAft>
              <a:buNone/>
            </a:pPr>
            <a:r>
              <a:rPr lang="he-IL" altLang="he-IL" dirty="0">
                <a:latin typeface="Arial"/>
                <a:cs typeface="Arial"/>
              </a:rPr>
              <a:t>נוכל להשתמש במשתנה מהטיפוס הגנרי </a:t>
            </a:r>
            <a:r>
              <a:rPr lang="he-IL" altLang="he-IL" dirty="0" err="1">
                <a:latin typeface="Arial"/>
                <a:cs typeface="Arial"/>
              </a:rPr>
              <a:t>Class</a:t>
            </a:r>
            <a:r>
              <a:rPr lang="he-IL" altLang="he-IL" dirty="0">
                <a:latin typeface="Arial"/>
                <a:cs typeface="Arial"/>
              </a:rPr>
              <a:t>!</a:t>
            </a:r>
            <a:endParaRPr lang="he-IL" b="1" dirty="0">
              <a:solidFill>
                <a:srgbClr val="7F0055"/>
              </a:solidFill>
              <a:latin typeface="Arial"/>
            </a:endParaRPr>
          </a:p>
          <a:p>
            <a:pPr marL="0" indent="0">
              <a:spcAft>
                <a:spcPts val="1200"/>
              </a:spcAft>
              <a:buNone/>
            </a:pPr>
            <a:r>
              <a:rPr lang="en-US" sz="2400" dirty="0">
                <a:solidFill>
                  <a:srgbClr val="0000FF"/>
                </a:solidFill>
                <a:highlight>
                  <a:srgbClr val="FFFFFF"/>
                </a:highlight>
                <a:latin typeface="Cascadia Mono" panose="020B0609020000020004" pitchFamily="49" charset="0"/>
              </a:rPr>
              <a:t>public</a:t>
            </a:r>
            <a:r>
              <a:rPr lang="en-US" sz="2400" dirty="0">
                <a:solidFill>
                  <a:srgbClr val="000000"/>
                </a:solidFill>
                <a:highlight>
                  <a:srgbClr val="FFFFFF"/>
                </a:highlight>
                <a:latin typeface="Cascadia Mono" panose="020B0609020000020004" pitchFamily="49" charset="0"/>
              </a:rPr>
              <a:t> &lt;T&gt;</a:t>
            </a:r>
            <a:r>
              <a:rPr lang="en-US" sz="2400" b="1" dirty="0">
                <a:solidFill>
                  <a:srgbClr val="7F0055"/>
                </a:solidFill>
                <a:latin typeface="Consolas" panose="020B0609020204030204" pitchFamily="49" charset="0"/>
              </a:rPr>
              <a:t> </a:t>
            </a:r>
            <a:r>
              <a:rPr lang="en-US" b="1" dirty="0">
                <a:solidFill>
                  <a:srgbClr val="7F0055"/>
                </a:solidFill>
                <a:latin typeface="Consolas" panose="020B0609020204030204" pitchFamily="49" charset="0"/>
              </a:rPr>
              <a:t>T</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getNewT</a:t>
            </a:r>
            <a:r>
              <a:rPr lang="en-US" b="1" dirty="0">
                <a:solidFill>
                  <a:srgbClr val="000000"/>
                </a:solidFill>
                <a:latin typeface="Consolas" panose="020B0609020204030204" pitchFamily="49" charset="0"/>
              </a:rPr>
              <a:t>(Class&lt;T&gt; </a:t>
            </a:r>
            <a:r>
              <a:rPr lang="en-US" b="1" dirty="0" err="1">
                <a:solidFill>
                  <a:srgbClr val="6A3E3E"/>
                </a:solidFill>
                <a:latin typeface="Consolas" panose="020B0609020204030204" pitchFamily="49" charset="0"/>
              </a:rPr>
              <a:t>classT</a:t>
            </a:r>
            <a:r>
              <a:rPr lang="en-US" b="1" dirty="0">
                <a:solidFill>
                  <a:srgbClr val="000000"/>
                </a:solidFill>
                <a:latin typeface="Consolas" panose="020B0609020204030204" pitchFamily="49" charset="0"/>
              </a:rPr>
              <a:t>) {</a:t>
            </a:r>
          </a:p>
          <a:p>
            <a:pPr marL="0" indent="0">
              <a:spcAft>
                <a:spcPts val="1200"/>
              </a:spcAft>
              <a:buNone/>
            </a:pPr>
            <a:r>
              <a:rPr lang="en-US" dirty="0">
                <a:solidFill>
                  <a:srgbClr val="000000"/>
                </a:solidFill>
                <a:latin typeface="Consolas" panose="020B0609020204030204" pitchFamily="49" charset="0"/>
              </a:rPr>
              <a:t>	T </a:t>
            </a:r>
            <a:r>
              <a:rPr lang="en-US" dirty="0" err="1">
                <a:solidFill>
                  <a:srgbClr val="6A3E3E"/>
                </a:solidFill>
                <a:latin typeface="Consolas" panose="020B0609020204030204" pitchFamily="49" charset="0"/>
              </a:rPr>
              <a:t>t</a:t>
            </a:r>
            <a:r>
              <a:rPr lang="en-US" dirty="0">
                <a:solidFill>
                  <a:srgbClr val="000000"/>
                </a:solidFill>
                <a:latin typeface="Consolas" panose="020B0609020204030204" pitchFamily="49" charset="0"/>
              </a:rPr>
              <a:t> = </a:t>
            </a:r>
            <a:r>
              <a:rPr lang="en-US" dirty="0" err="1">
                <a:solidFill>
                  <a:srgbClr val="6A3E3E"/>
                </a:solidFill>
                <a:latin typeface="Consolas" panose="020B0609020204030204" pitchFamily="49" charset="0"/>
              </a:rPr>
              <a:t>classT</a:t>
            </a:r>
            <a:r>
              <a:rPr lang="en-US" dirty="0">
                <a:solidFill>
                  <a:srgbClr val="000000"/>
                </a:solidFill>
                <a:latin typeface="Consolas" panose="020B0609020204030204" pitchFamily="49" charset="0"/>
              </a:rPr>
              <a:t>.</a:t>
            </a:r>
            <a:r>
              <a:rPr lang="en-US" dirty="0"/>
              <a:t> 	</a:t>
            </a:r>
            <a:r>
              <a:rPr lang="en-US" dirty="0" err="1">
                <a:solidFill>
                  <a:srgbClr val="000000"/>
                </a:solidFill>
                <a:latin typeface="Consolas" panose="020B0609020204030204" pitchFamily="49" charset="0"/>
              </a:rPr>
              <a:t>getDeclaredConstructor</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newInstance</a:t>
            </a:r>
            <a:r>
              <a:rPr lang="en-US" dirty="0">
                <a:solidFill>
                  <a:srgbClr val="000000"/>
                </a:solidFill>
                <a:latin typeface="Consolas" panose="020B0609020204030204" pitchFamily="49" charset="0"/>
              </a:rPr>
              <a:t>();</a:t>
            </a:r>
          </a:p>
          <a:p>
            <a:pPr marL="0" indent="0">
              <a:spcAft>
                <a:spcPts val="1200"/>
              </a:spcAft>
              <a:buNone/>
            </a:pPr>
            <a:r>
              <a:rPr lang="en-US" dirty="0">
                <a:solidFill>
                  <a:srgbClr val="000000"/>
                </a:solidFill>
                <a:latin typeface="Consolas" panose="020B0609020204030204" pitchFamily="49" charset="0"/>
              </a:rPr>
              <a:t>	return t;</a:t>
            </a:r>
          </a:p>
          <a:p>
            <a:pPr marL="0" indent="0">
              <a:spcAft>
                <a:spcPts val="1200"/>
              </a:spcAft>
              <a:buNone/>
            </a:pPr>
            <a:r>
              <a:rPr lang="en-US" dirty="0">
                <a:solidFill>
                  <a:srgbClr val="000000"/>
                </a:solidFill>
                <a:latin typeface="Consolas" panose="020B0609020204030204" pitchFamily="49" charset="0"/>
              </a:rPr>
              <a:t>}</a:t>
            </a:r>
            <a:endParaRPr lang="he-IL" dirty="0">
              <a:solidFill>
                <a:srgbClr val="000000"/>
              </a:solidFill>
              <a:latin typeface="Consolas" panose="020B0609020204030204" pitchFamily="49" charset="0"/>
            </a:endParaRPr>
          </a:p>
          <a:p>
            <a:pPr marL="0" indent="0" algn="r" rtl="1">
              <a:spcAft>
                <a:spcPts val="1200"/>
              </a:spcAft>
              <a:buNone/>
            </a:pPr>
            <a:r>
              <a:rPr lang="he-IL" dirty="0"/>
              <a:t>ניתן להשתמש בשם המחלקה כדי ליצור מופע מסוג </a:t>
            </a:r>
            <a:r>
              <a:rPr lang="en-US" dirty="0"/>
              <a:t>Class</a:t>
            </a:r>
            <a:r>
              <a:rPr lang="he-IL" dirty="0"/>
              <a:t>:</a:t>
            </a:r>
            <a:endParaRPr lang="en-US" dirty="0"/>
          </a:p>
          <a:p>
            <a:pPr marL="0" indent="0" algn="l">
              <a:spcAft>
                <a:spcPts val="1200"/>
              </a:spcAft>
              <a:buNone/>
            </a:pPr>
            <a:r>
              <a:rPr lang="en-US" b="0" i="0" dirty="0">
                <a:solidFill>
                  <a:srgbClr val="000000"/>
                </a:solidFill>
                <a:effectLst/>
                <a:latin typeface="Tahoma" panose="020B0604030504040204" pitchFamily="34" charset="0"/>
              </a:rPr>
              <a:t>Object obj = </a:t>
            </a:r>
            <a:r>
              <a:rPr lang="en-US" b="0" i="0" dirty="0" err="1">
                <a:solidFill>
                  <a:srgbClr val="000000"/>
                </a:solidFill>
                <a:effectLst/>
                <a:latin typeface="Tahoma" panose="020B0604030504040204" pitchFamily="34" charset="0"/>
              </a:rPr>
              <a:t>getNewT</a:t>
            </a:r>
            <a:r>
              <a:rPr lang="en-US" b="0" i="0" dirty="0">
                <a:solidFill>
                  <a:srgbClr val="000000"/>
                </a:solidFill>
                <a:effectLst/>
                <a:latin typeface="Tahoma" panose="020B0604030504040204" pitchFamily="34" charset="0"/>
              </a:rPr>
              <a:t>(</a:t>
            </a:r>
            <a:r>
              <a:rPr lang="en-US" b="0" i="0" dirty="0" err="1">
                <a:solidFill>
                  <a:srgbClr val="000000"/>
                </a:solidFill>
                <a:effectLst/>
                <a:latin typeface="Tahoma" panose="020B0604030504040204" pitchFamily="34" charset="0"/>
              </a:rPr>
              <a:t>Class.forName</a:t>
            </a:r>
            <a:r>
              <a:rPr lang="en-US" b="0" i="0" dirty="0">
                <a:solidFill>
                  <a:srgbClr val="000000"/>
                </a:solidFill>
                <a:effectLst/>
                <a:latin typeface="Tahoma" panose="020B0604030504040204" pitchFamily="34" charset="0"/>
              </a:rPr>
              <a:t>(</a:t>
            </a:r>
            <a:r>
              <a:rPr lang="en-US" b="0" i="0" dirty="0" err="1">
                <a:solidFill>
                  <a:srgbClr val="0000FF"/>
                </a:solidFill>
                <a:effectLst/>
                <a:latin typeface="Tahoma" panose="020B0604030504040204" pitchFamily="34" charset="0"/>
              </a:rPr>
              <a:t>classN</a:t>
            </a:r>
            <a:r>
              <a:rPr lang="en-US" dirty="0" err="1">
                <a:solidFill>
                  <a:srgbClr val="0000FF"/>
                </a:solidFill>
                <a:latin typeface="Tahoma" panose="020B0604030504040204" pitchFamily="34" charset="0"/>
              </a:rPr>
              <a:t>ame</a:t>
            </a:r>
            <a:r>
              <a:rPr lang="en-US" b="0" i="0" dirty="0">
                <a:solidFill>
                  <a:srgbClr val="000000"/>
                </a:solidFill>
                <a:effectLst/>
                <a:latin typeface="Tahoma" panose="020B0604030504040204" pitchFamily="34" charset="0"/>
              </a:rPr>
              <a:t>));</a:t>
            </a:r>
          </a:p>
          <a:p>
            <a:pPr marL="0" indent="0" algn="r" rtl="1">
              <a:spcAft>
                <a:spcPts val="1200"/>
              </a:spcAft>
              <a:buNone/>
            </a:pPr>
            <a:r>
              <a:rPr lang="he-IL" dirty="0" err="1"/>
              <a:t>בהנתן</a:t>
            </a:r>
            <a:r>
              <a:rPr lang="he-IL" dirty="0"/>
              <a:t> אובייקט, ניתן להשיג מופע מסוג </a:t>
            </a:r>
            <a:r>
              <a:rPr lang="en-US" dirty="0"/>
              <a:t>Class</a:t>
            </a:r>
            <a:r>
              <a:rPr lang="he-IL" dirty="0"/>
              <a:t>:</a:t>
            </a:r>
          </a:p>
          <a:p>
            <a:pPr marL="0" indent="0" algn="l">
              <a:spcAft>
                <a:spcPts val="1200"/>
              </a:spcAft>
              <a:buNone/>
            </a:pPr>
            <a:r>
              <a:rPr lang="en-US" dirty="0">
                <a:solidFill>
                  <a:srgbClr val="000000"/>
                </a:solidFill>
                <a:latin typeface="Tahoma" panose="020B0604030504040204" pitchFamily="34" charset="0"/>
              </a:rPr>
              <a:t>Class </a:t>
            </a:r>
            <a:r>
              <a:rPr lang="en-US" dirty="0" err="1">
                <a:solidFill>
                  <a:srgbClr val="000000"/>
                </a:solidFill>
                <a:latin typeface="Tahoma" panose="020B0604030504040204" pitchFamily="34" charset="0"/>
              </a:rPr>
              <a:t>classT</a:t>
            </a:r>
            <a:r>
              <a:rPr lang="en-US" dirty="0">
                <a:solidFill>
                  <a:srgbClr val="000000"/>
                </a:solidFill>
                <a:latin typeface="Tahoma" panose="020B0604030504040204" pitchFamily="34" charset="0"/>
              </a:rPr>
              <a:t> = </a:t>
            </a:r>
            <a:r>
              <a:rPr lang="en-US" dirty="0" err="1">
                <a:solidFill>
                  <a:srgbClr val="000000"/>
                </a:solidFill>
                <a:latin typeface="Tahoma" panose="020B0604030504040204" pitchFamily="34" charset="0"/>
              </a:rPr>
              <a:t>obj.getClass</a:t>
            </a:r>
            <a:r>
              <a:rPr lang="en-US" dirty="0">
                <a:solidFill>
                  <a:srgbClr val="000000"/>
                </a:solidFill>
                <a:latin typeface="Tahoma" panose="020B0604030504040204" pitchFamily="34" charset="0"/>
              </a:rPr>
              <a:t>();</a:t>
            </a:r>
            <a:endParaRPr lang="he-IL" dirty="0">
              <a:solidFill>
                <a:srgbClr val="000000"/>
              </a:solidFill>
              <a:latin typeface="Tahoma" panose="020B0604030504040204" pitchFamily="34" charset="0"/>
            </a:endParaRPr>
          </a:p>
        </p:txBody>
      </p:sp>
      <p:sp>
        <p:nvSpPr>
          <p:cNvPr id="7" name="Date Placeholder 6">
            <a:extLst>
              <a:ext uri="{FF2B5EF4-FFF2-40B4-BE49-F238E27FC236}">
                <a16:creationId xmlns:a16="http://schemas.microsoft.com/office/drawing/2014/main" id="{C719A01F-39C0-45E7-8BF2-1F28DF41CBD6}"/>
              </a:ext>
            </a:extLst>
          </p:cNvPr>
          <p:cNvSpPr>
            <a:spLocks noGrp="1"/>
          </p:cNvSpPr>
          <p:nvPr>
            <p:ph type="dt" sz="half" idx="10"/>
          </p:nvPr>
        </p:nvSpPr>
        <p:spPr/>
        <p:txBody>
          <a:bodyPr/>
          <a:lstStyle/>
          <a:p>
            <a:fld id="{BA13076F-41E5-41FD-BF92-1BDDE418F87E}" type="datetime8">
              <a:rPr lang="he-IL" smtClean="0"/>
              <a:t>19 אפריל 26</a:t>
            </a:fld>
            <a:endParaRPr lang="en-US" dirty="0"/>
          </a:p>
        </p:txBody>
      </p:sp>
      <p:sp>
        <p:nvSpPr>
          <p:cNvPr id="8" name="Footer Placeholder 7">
            <a:extLst>
              <a:ext uri="{FF2B5EF4-FFF2-40B4-BE49-F238E27FC236}">
                <a16:creationId xmlns:a16="http://schemas.microsoft.com/office/drawing/2014/main" id="{EE6F0B57-8AD8-4B63-8234-9DC7B41098B8}"/>
              </a:ext>
            </a:extLst>
          </p:cNvPr>
          <p:cNvSpPr>
            <a:spLocks noGrp="1"/>
          </p:cNvSpPr>
          <p:nvPr>
            <p:ph type="ftr" sz="quarter" idx="11"/>
          </p:nvPr>
        </p:nvSpPr>
        <p:spPr/>
        <p:txBody>
          <a:bodyPr/>
          <a:lstStyle/>
          <a:p>
            <a:r>
              <a:rPr lang="he-IL"/>
              <a:t>עיצוב ותִכנוּת מונחי עצמים להנדסה</a:t>
            </a:r>
            <a:endParaRPr lang="en-US"/>
          </a:p>
        </p:txBody>
      </p:sp>
      <p:sp>
        <p:nvSpPr>
          <p:cNvPr id="9" name="Slide Number Placeholder 8">
            <a:extLst>
              <a:ext uri="{FF2B5EF4-FFF2-40B4-BE49-F238E27FC236}">
                <a16:creationId xmlns:a16="http://schemas.microsoft.com/office/drawing/2014/main" id="{7B0C3B23-E974-480A-964A-CC122578722F}"/>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41</a:t>
            </a:fld>
            <a:endParaRPr kumimoji="0" lang="en-US" dirty="0"/>
          </a:p>
        </p:txBody>
      </p:sp>
      <p:sp>
        <p:nvSpPr>
          <p:cNvPr id="4" name="TextBox 3">
            <a:extLst>
              <a:ext uri="{FF2B5EF4-FFF2-40B4-BE49-F238E27FC236}">
                <a16:creationId xmlns:a16="http://schemas.microsoft.com/office/drawing/2014/main" id="{1549AD01-8766-8050-0B3A-A5B1BD246618}"/>
              </a:ext>
            </a:extLst>
          </p:cNvPr>
          <p:cNvSpPr txBox="1"/>
          <p:nvPr/>
        </p:nvSpPr>
        <p:spPr>
          <a:xfrm>
            <a:off x="6516216" y="4427820"/>
            <a:ext cx="873957" cy="369332"/>
          </a:xfrm>
          <a:prstGeom prst="rect">
            <a:avLst/>
          </a:prstGeom>
          <a:noFill/>
        </p:spPr>
        <p:txBody>
          <a:bodyPr wrap="none" rtlCol="0">
            <a:spAutoFit/>
          </a:bodyPr>
          <a:lstStyle/>
          <a:p>
            <a:r>
              <a:rPr lang="he-IL" dirty="0">
                <a:solidFill>
                  <a:srgbClr val="FF0000"/>
                </a:solidFill>
              </a:rPr>
              <a:t>מחרוזת</a:t>
            </a:r>
            <a:endParaRPr lang="en-US" dirty="0">
              <a:solidFill>
                <a:srgbClr val="FF0000"/>
              </a:solidFill>
            </a:endParaRPr>
          </a:p>
        </p:txBody>
      </p:sp>
    </p:spTree>
    <p:extLst>
      <p:ext uri="{BB962C8B-B14F-4D97-AF65-F5344CB8AC3E}">
        <p14:creationId xmlns:p14="http://schemas.microsoft.com/office/powerpoint/2010/main" val="132492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A710A-448D-4975-B1DB-F2CE08DA4B3D}"/>
              </a:ext>
            </a:extLst>
          </p:cNvPr>
          <p:cNvSpPr>
            <a:spLocks noGrp="1"/>
          </p:cNvSpPr>
          <p:nvPr>
            <p:ph type="title"/>
          </p:nvPr>
        </p:nvSpPr>
        <p:spPr/>
        <p:txBody>
          <a:bodyPr/>
          <a:lstStyle/>
          <a:p>
            <a:pPr algn="r" rtl="1"/>
            <a:r>
              <a:rPr lang="he-IL" dirty="0">
                <a:latin typeface="Arial"/>
                <a:cs typeface="Arial"/>
              </a:rPr>
              <a:t>ה </a:t>
            </a:r>
            <a:r>
              <a:rPr lang="en-US" dirty="0">
                <a:latin typeface="Arial"/>
                <a:cs typeface="Arial"/>
              </a:rPr>
              <a:t>API</a:t>
            </a:r>
            <a:r>
              <a:rPr lang="he-IL" dirty="0">
                <a:latin typeface="Arial"/>
                <a:cs typeface="Arial"/>
              </a:rPr>
              <a:t> של מחלקת </a:t>
            </a:r>
            <a:r>
              <a:rPr lang="en-US" i="1" dirty="0">
                <a:latin typeface="Arial"/>
                <a:cs typeface="Arial"/>
              </a:rPr>
              <a:t>Class</a:t>
            </a:r>
            <a:endParaRPr lang="he-IL" i="1" dirty="0"/>
          </a:p>
        </p:txBody>
      </p:sp>
      <p:sp>
        <p:nvSpPr>
          <p:cNvPr id="6" name="Content Placeholder 5">
            <a:extLst>
              <a:ext uri="{FF2B5EF4-FFF2-40B4-BE49-F238E27FC236}">
                <a16:creationId xmlns:a16="http://schemas.microsoft.com/office/drawing/2014/main" id="{1DB459C5-0123-4337-9AB1-BDE8605937C5}"/>
              </a:ext>
            </a:extLst>
          </p:cNvPr>
          <p:cNvSpPr>
            <a:spLocks noGrp="1"/>
          </p:cNvSpPr>
          <p:nvPr>
            <p:ph sz="quarter" idx="1"/>
          </p:nvPr>
        </p:nvSpPr>
        <p:spPr/>
        <p:txBody>
          <a:bodyPr/>
          <a:lstStyle/>
          <a:p>
            <a:pPr algn="r" rtl="1">
              <a:buFont typeface="Wingdings 3" panose="05040102010807070707" pitchFamily="18" charset="2"/>
              <a:buChar char=""/>
            </a:pPr>
            <a:r>
              <a:rPr lang="he-IL" dirty="0">
                <a:latin typeface="Arial"/>
                <a:cs typeface="Arial"/>
              </a:rPr>
              <a:t>Reflection</a:t>
            </a:r>
          </a:p>
          <a:p>
            <a:pPr lvl="1"/>
            <a:r>
              <a:rPr lang="en-US" dirty="0">
                <a:solidFill>
                  <a:schemeClr val="tx1"/>
                </a:solidFill>
              </a:rPr>
              <a:t>String</a:t>
            </a:r>
            <a:r>
              <a:rPr lang="en-US" dirty="0"/>
              <a:t> </a:t>
            </a:r>
            <a:r>
              <a:rPr lang="en-US" dirty="0" err="1"/>
              <a:t>getName</a:t>
            </a:r>
            <a:r>
              <a:rPr lang="en-US" dirty="0"/>
              <a:t>()</a:t>
            </a:r>
          </a:p>
          <a:p>
            <a:pPr lvl="1"/>
            <a:r>
              <a:rPr lang="en-US" dirty="0">
                <a:solidFill>
                  <a:schemeClr val="tx1"/>
                </a:solidFill>
              </a:rPr>
              <a:t>Field[]</a:t>
            </a:r>
            <a:r>
              <a:rPr lang="en-US" dirty="0"/>
              <a:t> </a:t>
            </a:r>
            <a:r>
              <a:rPr lang="en-US" dirty="0" err="1"/>
              <a:t>getFields</a:t>
            </a:r>
            <a:r>
              <a:rPr lang="en-US" dirty="0"/>
              <a:t>()</a:t>
            </a:r>
          </a:p>
          <a:p>
            <a:pPr lvl="1"/>
            <a:r>
              <a:rPr lang="en-US" dirty="0">
                <a:solidFill>
                  <a:schemeClr val="tx1"/>
                </a:solidFill>
              </a:rPr>
              <a:t>Method[] </a:t>
            </a:r>
            <a:r>
              <a:rPr lang="en-US" dirty="0" err="1"/>
              <a:t>getMethods</a:t>
            </a:r>
            <a:r>
              <a:rPr lang="en-US" dirty="0"/>
              <a:t>()</a:t>
            </a:r>
          </a:p>
          <a:p>
            <a:pPr lvl="1"/>
            <a:r>
              <a:rPr lang="en-US" dirty="0">
                <a:solidFill>
                  <a:schemeClr val="tx1"/>
                </a:solidFill>
              </a:rPr>
              <a:t>Constructor&lt;T&gt;</a:t>
            </a:r>
            <a:r>
              <a:rPr lang="en-US" dirty="0"/>
              <a:t> </a:t>
            </a:r>
            <a:r>
              <a:rPr lang="en-US" dirty="0" err="1"/>
              <a:t>getDeclaredConstructor</a:t>
            </a:r>
            <a:r>
              <a:rPr lang="en-US" dirty="0"/>
              <a:t>()</a:t>
            </a:r>
          </a:p>
          <a:p>
            <a:pPr lvl="1"/>
            <a:r>
              <a:rPr lang="en-US" dirty="0">
                <a:solidFill>
                  <a:schemeClr val="tx1"/>
                </a:solidFill>
              </a:rPr>
              <a:t>static Class&lt;?&gt; </a:t>
            </a:r>
            <a:r>
              <a:rPr lang="en-US" dirty="0" err="1"/>
              <a:t>forName</a:t>
            </a:r>
            <a:r>
              <a:rPr lang="en-US" dirty="0"/>
              <a:t>(String </a:t>
            </a:r>
            <a:r>
              <a:rPr lang="en-US" dirty="0" err="1"/>
              <a:t>className</a:t>
            </a:r>
            <a:r>
              <a:rPr lang="en-US" dirty="0"/>
              <a:t>)</a:t>
            </a:r>
          </a:p>
          <a:p>
            <a:pPr lvl="1" algn="r" rtl="1">
              <a:buFont typeface="Wingdings 3" panose="05040102010807070707" pitchFamily="18" charset="2"/>
              <a:buChar char=""/>
            </a:pPr>
            <a:r>
              <a:rPr lang="he-IL" dirty="0">
                <a:latin typeface="Arial"/>
                <a:cs typeface="Arial"/>
              </a:rPr>
              <a:t>ועוד רבים </a:t>
            </a:r>
            <a:r>
              <a:rPr lang="he-IL" dirty="0">
                <a:latin typeface="Arial"/>
                <a:cs typeface="Arial"/>
                <a:hlinkClick r:id="rId2"/>
              </a:rPr>
              <a:t>נוספים</a:t>
            </a:r>
            <a:endParaRPr lang="he-IL" dirty="0"/>
          </a:p>
        </p:txBody>
      </p:sp>
      <p:sp>
        <p:nvSpPr>
          <p:cNvPr id="7" name="Date Placeholder 6">
            <a:extLst>
              <a:ext uri="{FF2B5EF4-FFF2-40B4-BE49-F238E27FC236}">
                <a16:creationId xmlns:a16="http://schemas.microsoft.com/office/drawing/2014/main" id="{77F1F013-E6B0-4F13-8834-2CEF342ECFF6}"/>
              </a:ext>
            </a:extLst>
          </p:cNvPr>
          <p:cNvSpPr>
            <a:spLocks noGrp="1"/>
          </p:cNvSpPr>
          <p:nvPr>
            <p:ph type="dt" sz="half" idx="10"/>
          </p:nvPr>
        </p:nvSpPr>
        <p:spPr/>
        <p:txBody>
          <a:bodyPr/>
          <a:lstStyle/>
          <a:p>
            <a:fld id="{58660A5D-FC65-4514-A6FC-6664F5299F12}" type="datetime8">
              <a:rPr lang="he-IL" smtClean="0"/>
              <a:t>19 אפריל 26</a:t>
            </a:fld>
            <a:endParaRPr lang="en-US" dirty="0"/>
          </a:p>
        </p:txBody>
      </p:sp>
      <p:sp>
        <p:nvSpPr>
          <p:cNvPr id="8" name="Footer Placeholder 7">
            <a:extLst>
              <a:ext uri="{FF2B5EF4-FFF2-40B4-BE49-F238E27FC236}">
                <a16:creationId xmlns:a16="http://schemas.microsoft.com/office/drawing/2014/main" id="{4F07E432-94DA-4C55-8D1C-2EF9352D2B55}"/>
              </a:ext>
            </a:extLst>
          </p:cNvPr>
          <p:cNvSpPr>
            <a:spLocks noGrp="1"/>
          </p:cNvSpPr>
          <p:nvPr>
            <p:ph type="ftr" sz="quarter" idx="11"/>
          </p:nvPr>
        </p:nvSpPr>
        <p:spPr/>
        <p:txBody>
          <a:bodyPr/>
          <a:lstStyle/>
          <a:p>
            <a:r>
              <a:rPr lang="he-IL"/>
              <a:t>עיצוב ותִכנוּת מונחי עצמים להנדסה</a:t>
            </a:r>
            <a:endParaRPr lang="en-US"/>
          </a:p>
        </p:txBody>
      </p:sp>
      <p:sp>
        <p:nvSpPr>
          <p:cNvPr id="9" name="Slide Number Placeholder 8">
            <a:extLst>
              <a:ext uri="{FF2B5EF4-FFF2-40B4-BE49-F238E27FC236}">
                <a16:creationId xmlns:a16="http://schemas.microsoft.com/office/drawing/2014/main" id="{9E66EB5F-8BC8-4531-B865-B5C32ADE0311}"/>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42</a:t>
            </a:fld>
            <a:endParaRPr kumimoji="0" lang="en-US" dirty="0"/>
          </a:p>
        </p:txBody>
      </p:sp>
    </p:spTree>
    <p:extLst>
      <p:ext uri="{BB962C8B-B14F-4D97-AF65-F5344CB8AC3E}">
        <p14:creationId xmlns:p14="http://schemas.microsoft.com/office/powerpoint/2010/main" val="4281670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DE63C-DACC-4950-8E8E-A53548331361}"/>
              </a:ext>
            </a:extLst>
          </p:cNvPr>
          <p:cNvSpPr>
            <a:spLocks noGrp="1"/>
          </p:cNvSpPr>
          <p:nvPr>
            <p:ph type="title"/>
          </p:nvPr>
        </p:nvSpPr>
        <p:spPr/>
        <p:txBody>
          <a:bodyPr>
            <a:normAutofit/>
          </a:bodyPr>
          <a:lstStyle/>
          <a:p>
            <a:pPr algn="r" rtl="1"/>
            <a:r>
              <a:rPr lang="he-IL" dirty="0">
                <a:latin typeface="Arial"/>
                <a:cs typeface="Arial"/>
              </a:rPr>
              <a:t>בעיה: יצירת מופע של משתנה טיפוס עם פרמטרים</a:t>
            </a:r>
            <a:endParaRPr lang="he-IL" dirty="0"/>
          </a:p>
        </p:txBody>
      </p:sp>
      <p:sp>
        <p:nvSpPr>
          <p:cNvPr id="3" name="Content Placeholder 2">
            <a:extLst>
              <a:ext uri="{FF2B5EF4-FFF2-40B4-BE49-F238E27FC236}">
                <a16:creationId xmlns:a16="http://schemas.microsoft.com/office/drawing/2014/main" id="{F3C10271-44BD-4B66-8B17-23422D594F1B}"/>
              </a:ext>
            </a:extLst>
          </p:cNvPr>
          <p:cNvSpPr>
            <a:spLocks noGrp="1"/>
          </p:cNvSpPr>
          <p:nvPr>
            <p:ph idx="1"/>
          </p:nvPr>
        </p:nvSpPr>
        <p:spPr>
          <a:xfrm>
            <a:off x="685800" y="1340768"/>
            <a:ext cx="8001000" cy="4755232"/>
          </a:xfrm>
        </p:spPr>
        <p:txBody>
          <a:bodyPr>
            <a:normAutofit fontScale="85000" lnSpcReduction="20000"/>
          </a:bodyPr>
          <a:lstStyle/>
          <a:p>
            <a:pPr marL="0" indent="0">
              <a:buNone/>
            </a:pPr>
            <a:r>
              <a:rPr lang="en-US" sz="2400" b="1" dirty="0">
                <a:solidFill>
                  <a:srgbClr val="7F0055"/>
                </a:solidFill>
                <a:latin typeface="Consolas" panose="020B0609020204030204" pitchFamily="49" charset="0"/>
              </a:rPr>
              <a:t>public</a:t>
            </a:r>
            <a:r>
              <a:rPr lang="en-US" sz="2400" b="1" dirty="0">
                <a:solidFill>
                  <a:srgbClr val="000000"/>
                </a:solidFill>
                <a:latin typeface="Consolas" panose="020B0609020204030204" pitchFamily="49" charset="0"/>
              </a:rPr>
              <a:t> </a:t>
            </a:r>
            <a:r>
              <a:rPr lang="en-US" sz="2400" b="1" dirty="0">
                <a:solidFill>
                  <a:srgbClr val="7F0055"/>
                </a:solidFill>
                <a:latin typeface="Consolas" panose="020B0609020204030204" pitchFamily="49" charset="0"/>
              </a:rPr>
              <a:t>abstract</a:t>
            </a:r>
            <a:r>
              <a:rPr lang="en-US" sz="2400" b="1" dirty="0">
                <a:solidFill>
                  <a:srgbClr val="000000"/>
                </a:solidFill>
                <a:latin typeface="Consolas" panose="020B0609020204030204" pitchFamily="49" charset="0"/>
              </a:rPr>
              <a:t> </a:t>
            </a:r>
            <a:r>
              <a:rPr lang="en-US" sz="2400" b="1" dirty="0">
                <a:solidFill>
                  <a:srgbClr val="7F0055"/>
                </a:solidFill>
                <a:latin typeface="Consolas" panose="020B0609020204030204" pitchFamily="49" charset="0"/>
              </a:rPr>
              <a:t>class</a:t>
            </a:r>
            <a:r>
              <a:rPr lang="en-US" sz="2400" b="1" dirty="0">
                <a:solidFill>
                  <a:srgbClr val="000000"/>
                </a:solidFill>
                <a:latin typeface="Consolas" panose="020B0609020204030204" pitchFamily="49" charset="0"/>
              </a:rPr>
              <a:t> Vehicle{}</a:t>
            </a:r>
          </a:p>
          <a:p>
            <a:pPr marL="0" indent="0">
              <a:buNone/>
            </a:pPr>
            <a:r>
              <a:rPr lang="en-US" sz="2400" b="1" dirty="0">
                <a:solidFill>
                  <a:srgbClr val="7F0055"/>
                </a:solidFill>
                <a:latin typeface="Consolas" panose="020B0609020204030204" pitchFamily="49" charset="0"/>
              </a:rPr>
              <a:t>public</a:t>
            </a:r>
            <a:r>
              <a:rPr lang="en-US" sz="2400" b="1" dirty="0">
                <a:solidFill>
                  <a:srgbClr val="000000"/>
                </a:solidFill>
                <a:latin typeface="Consolas" panose="020B0609020204030204" pitchFamily="49" charset="0"/>
              </a:rPr>
              <a:t> </a:t>
            </a:r>
            <a:r>
              <a:rPr lang="en-US" sz="2400" b="1" dirty="0">
                <a:solidFill>
                  <a:srgbClr val="7F0055"/>
                </a:solidFill>
                <a:latin typeface="Consolas" panose="020B0609020204030204" pitchFamily="49" charset="0"/>
              </a:rPr>
              <a:t>abstract</a:t>
            </a:r>
            <a:r>
              <a:rPr lang="en-US" sz="2400" b="1" dirty="0">
                <a:solidFill>
                  <a:srgbClr val="000000"/>
                </a:solidFill>
                <a:latin typeface="Consolas" panose="020B0609020204030204" pitchFamily="49" charset="0"/>
              </a:rPr>
              <a:t> </a:t>
            </a:r>
            <a:r>
              <a:rPr lang="en-US" sz="2400" b="1" dirty="0">
                <a:solidFill>
                  <a:srgbClr val="7F0055"/>
                </a:solidFill>
                <a:latin typeface="Consolas" panose="020B0609020204030204" pitchFamily="49" charset="0"/>
              </a:rPr>
              <a:t>class</a:t>
            </a:r>
            <a:r>
              <a:rPr lang="en-US" sz="2400" b="1" dirty="0">
                <a:solidFill>
                  <a:srgbClr val="000000"/>
                </a:solidFill>
                <a:latin typeface="Consolas" panose="020B0609020204030204" pitchFamily="49" charset="0"/>
              </a:rPr>
              <a:t> Engine {}</a:t>
            </a:r>
          </a:p>
          <a:p>
            <a:pPr marL="0" indent="0">
              <a:buNone/>
            </a:pPr>
            <a:r>
              <a:rPr lang="en-US" sz="2400" b="1" dirty="0">
                <a:solidFill>
                  <a:srgbClr val="7F0055"/>
                </a:solidFill>
                <a:latin typeface="Consolas" panose="020B0609020204030204" pitchFamily="49" charset="0"/>
              </a:rPr>
              <a:t>public</a:t>
            </a:r>
            <a:r>
              <a:rPr lang="en-US" sz="2400" b="1" dirty="0">
                <a:solidFill>
                  <a:srgbClr val="000000"/>
                </a:solidFill>
                <a:latin typeface="Consolas" panose="020B0609020204030204" pitchFamily="49" charset="0"/>
              </a:rPr>
              <a:t> </a:t>
            </a:r>
            <a:r>
              <a:rPr lang="en-US" sz="2400" b="1" dirty="0">
                <a:solidFill>
                  <a:srgbClr val="7F0055"/>
                </a:solidFill>
                <a:latin typeface="Consolas" panose="020B0609020204030204" pitchFamily="49" charset="0"/>
              </a:rPr>
              <a:t>class</a:t>
            </a:r>
            <a:r>
              <a:rPr lang="en-US" sz="2400" b="1" dirty="0">
                <a:solidFill>
                  <a:srgbClr val="000000"/>
                </a:solidFill>
                <a:latin typeface="Consolas" panose="020B0609020204030204" pitchFamily="49" charset="0"/>
              </a:rPr>
              <a:t> Truck </a:t>
            </a:r>
            <a:r>
              <a:rPr lang="en-US" sz="2400" b="1" dirty="0">
                <a:solidFill>
                  <a:srgbClr val="7F0055"/>
                </a:solidFill>
                <a:latin typeface="Consolas" panose="020B0609020204030204" pitchFamily="49" charset="0"/>
              </a:rPr>
              <a:t>extends</a:t>
            </a:r>
            <a:r>
              <a:rPr lang="en-US" sz="2400" b="1" dirty="0">
                <a:solidFill>
                  <a:srgbClr val="000000"/>
                </a:solidFill>
                <a:latin typeface="Consolas" panose="020B0609020204030204" pitchFamily="49" charset="0"/>
              </a:rPr>
              <a:t> Vehicle{</a:t>
            </a:r>
          </a:p>
          <a:p>
            <a:pPr marL="0" indent="0">
              <a:buNone/>
            </a:pPr>
            <a:r>
              <a:rPr lang="en-US" sz="2400" b="1" dirty="0">
                <a:solidFill>
                  <a:srgbClr val="7F0055"/>
                </a:solidFill>
                <a:latin typeface="Consolas" panose="020B0609020204030204" pitchFamily="49" charset="0"/>
              </a:rPr>
              <a:t>	public</a:t>
            </a:r>
            <a:r>
              <a:rPr lang="en-US" sz="2400" b="1" dirty="0">
                <a:solidFill>
                  <a:srgbClr val="000000"/>
                </a:solidFill>
                <a:latin typeface="Consolas" panose="020B0609020204030204" pitchFamily="49" charset="0"/>
              </a:rPr>
              <a:t> Truck(Engine </a:t>
            </a:r>
            <a:r>
              <a:rPr lang="en-US" sz="2400" b="1" dirty="0">
                <a:solidFill>
                  <a:srgbClr val="6A3E3E"/>
                </a:solidFill>
                <a:latin typeface="Consolas" panose="020B0609020204030204" pitchFamily="49" charset="0"/>
              </a:rPr>
              <a:t>engine</a:t>
            </a:r>
            <a:r>
              <a:rPr lang="en-US" sz="2400" b="1" dirty="0">
                <a:solidFill>
                  <a:srgbClr val="000000"/>
                </a:solidFill>
                <a:latin typeface="Consolas" panose="020B0609020204030204" pitchFamily="49" charset="0"/>
              </a:rPr>
              <a:t>) {}</a:t>
            </a:r>
          </a:p>
          <a:p>
            <a:pPr marL="0" indent="0">
              <a:buNone/>
            </a:pPr>
            <a:r>
              <a:rPr lang="en-US" sz="2400" b="1" dirty="0">
                <a:solidFill>
                  <a:srgbClr val="000000"/>
                </a:solidFill>
                <a:latin typeface="Consolas" panose="020B0609020204030204" pitchFamily="49" charset="0"/>
              </a:rPr>
              <a:t>}</a:t>
            </a:r>
          </a:p>
          <a:p>
            <a:pPr marL="0" indent="0">
              <a:buNone/>
            </a:pPr>
            <a:r>
              <a:rPr lang="en-US" sz="2400" b="1" dirty="0">
                <a:solidFill>
                  <a:srgbClr val="7F0055"/>
                </a:solidFill>
                <a:latin typeface="Consolas" panose="020B0609020204030204" pitchFamily="49" charset="0"/>
              </a:rPr>
              <a:t>public</a:t>
            </a:r>
            <a:r>
              <a:rPr lang="en-US" sz="2400" b="1" dirty="0">
                <a:solidFill>
                  <a:srgbClr val="000000"/>
                </a:solidFill>
                <a:latin typeface="Consolas" panose="020B0609020204030204" pitchFamily="49" charset="0"/>
              </a:rPr>
              <a:t> </a:t>
            </a:r>
            <a:r>
              <a:rPr lang="en-US" sz="2400" b="1" dirty="0">
                <a:solidFill>
                  <a:srgbClr val="7F0055"/>
                </a:solidFill>
                <a:latin typeface="Consolas" panose="020B0609020204030204" pitchFamily="49" charset="0"/>
              </a:rPr>
              <a:t>class</a:t>
            </a:r>
            <a:r>
              <a:rPr lang="en-US" sz="2400" b="1" dirty="0">
                <a:solidFill>
                  <a:srgbClr val="000000"/>
                </a:solidFill>
                <a:latin typeface="Consolas" panose="020B0609020204030204" pitchFamily="49" charset="0"/>
              </a:rPr>
              <a:t> Car </a:t>
            </a:r>
            <a:r>
              <a:rPr lang="en-US" sz="2400" b="1" dirty="0">
                <a:solidFill>
                  <a:srgbClr val="7F0055"/>
                </a:solidFill>
                <a:latin typeface="Consolas" panose="020B0609020204030204" pitchFamily="49" charset="0"/>
              </a:rPr>
              <a:t>extends</a:t>
            </a:r>
            <a:r>
              <a:rPr lang="en-US" sz="2400" b="1" dirty="0">
                <a:solidFill>
                  <a:srgbClr val="000000"/>
                </a:solidFill>
                <a:latin typeface="Consolas" panose="020B0609020204030204" pitchFamily="49" charset="0"/>
              </a:rPr>
              <a:t> Vehicle{</a:t>
            </a:r>
          </a:p>
          <a:p>
            <a:pPr marL="0" indent="0">
              <a:buNone/>
            </a:pPr>
            <a:r>
              <a:rPr lang="en-US" sz="2400" b="1" dirty="0">
                <a:solidFill>
                  <a:srgbClr val="7F0055"/>
                </a:solidFill>
                <a:latin typeface="Consolas" panose="020B0609020204030204" pitchFamily="49" charset="0"/>
              </a:rPr>
              <a:t>	public</a:t>
            </a:r>
            <a:r>
              <a:rPr lang="en-US" sz="2400" b="1" dirty="0">
                <a:solidFill>
                  <a:srgbClr val="000000"/>
                </a:solidFill>
                <a:latin typeface="Consolas" panose="020B0609020204030204" pitchFamily="49" charset="0"/>
              </a:rPr>
              <a:t> Car(Engine </a:t>
            </a:r>
            <a:r>
              <a:rPr lang="en-US" sz="2400" b="1" dirty="0">
                <a:solidFill>
                  <a:srgbClr val="6A3E3E"/>
                </a:solidFill>
                <a:latin typeface="Consolas" panose="020B0609020204030204" pitchFamily="49" charset="0"/>
              </a:rPr>
              <a:t>engine</a:t>
            </a:r>
            <a:r>
              <a:rPr lang="en-US" sz="2400" b="1" dirty="0">
                <a:solidFill>
                  <a:srgbClr val="000000"/>
                </a:solidFill>
                <a:latin typeface="Consolas" panose="020B0609020204030204" pitchFamily="49" charset="0"/>
              </a:rPr>
              <a:t>) {}</a:t>
            </a:r>
          </a:p>
          <a:p>
            <a:pPr marL="0" indent="0">
              <a:buNone/>
            </a:pPr>
            <a:r>
              <a:rPr lang="en-US" sz="2400" b="1" dirty="0">
                <a:solidFill>
                  <a:srgbClr val="000000"/>
                </a:solidFill>
                <a:latin typeface="Consolas" panose="020B0609020204030204" pitchFamily="49" charset="0"/>
              </a:rPr>
              <a:t>}</a:t>
            </a:r>
          </a:p>
          <a:p>
            <a:pPr algn="r" rtl="1"/>
            <a:r>
              <a:rPr lang="he-IL" sz="2400" b="1" dirty="0">
                <a:solidFill>
                  <a:srgbClr val="000000"/>
                </a:solidFill>
                <a:latin typeface="Consolas" panose="020B0609020204030204" pitchFamily="49" charset="0"/>
              </a:rPr>
              <a:t>נרצה לאתחל </a:t>
            </a:r>
            <a:r>
              <a:rPr lang="en-US" sz="2400" b="1" dirty="0">
                <a:solidFill>
                  <a:srgbClr val="000000"/>
                </a:solidFill>
                <a:latin typeface="Consolas" panose="020B0609020204030204" pitchFamily="49" charset="0"/>
              </a:rPr>
              <a:t>Vehicle</a:t>
            </a:r>
            <a:r>
              <a:rPr lang="he-IL" sz="2400" b="1" dirty="0">
                <a:solidFill>
                  <a:srgbClr val="000000"/>
                </a:solidFill>
                <a:latin typeface="Consolas" panose="020B0609020204030204" pitchFamily="49" charset="0"/>
              </a:rPr>
              <a:t> חדש באופן דינמי. </a:t>
            </a:r>
            <a:r>
              <a:rPr lang="he-IL" sz="2400" b="1" dirty="0" err="1">
                <a:solidFill>
                  <a:srgbClr val="000000"/>
                </a:solidFill>
                <a:latin typeface="Consolas" panose="020B0609020204030204" pitchFamily="49" charset="0"/>
              </a:rPr>
              <a:t>בהנתן</a:t>
            </a:r>
            <a:r>
              <a:rPr lang="he-IL" sz="2400" b="1" dirty="0">
                <a:solidFill>
                  <a:srgbClr val="000000"/>
                </a:solidFill>
                <a:latin typeface="Consolas" panose="020B0609020204030204" pitchFamily="49" charset="0"/>
              </a:rPr>
              <a:t> מנוע.</a:t>
            </a:r>
            <a:endParaRPr lang="en-US" sz="2400" b="1" dirty="0">
              <a:solidFill>
                <a:srgbClr val="000000"/>
              </a:solidFill>
              <a:latin typeface="Consolas" panose="020B0609020204030204" pitchFamily="49" charset="0"/>
            </a:endParaRPr>
          </a:p>
        </p:txBody>
      </p:sp>
      <p:sp>
        <p:nvSpPr>
          <p:cNvPr id="7" name="Date Placeholder 6">
            <a:extLst>
              <a:ext uri="{FF2B5EF4-FFF2-40B4-BE49-F238E27FC236}">
                <a16:creationId xmlns:a16="http://schemas.microsoft.com/office/drawing/2014/main" id="{C885CB67-4773-491F-B433-D1919779FA35}"/>
              </a:ext>
            </a:extLst>
          </p:cNvPr>
          <p:cNvSpPr>
            <a:spLocks noGrp="1"/>
          </p:cNvSpPr>
          <p:nvPr>
            <p:ph type="dt" sz="half" idx="10"/>
          </p:nvPr>
        </p:nvSpPr>
        <p:spPr/>
        <p:txBody>
          <a:bodyPr/>
          <a:lstStyle/>
          <a:p>
            <a:fld id="{43D395F4-7DD8-4893-80B0-75C9D6EA277E}" type="datetime8">
              <a:rPr lang="he-IL" smtClean="0"/>
              <a:t>19 אפריל 26</a:t>
            </a:fld>
            <a:endParaRPr lang="en-US" dirty="0"/>
          </a:p>
        </p:txBody>
      </p:sp>
      <p:sp>
        <p:nvSpPr>
          <p:cNvPr id="8" name="Footer Placeholder 7">
            <a:extLst>
              <a:ext uri="{FF2B5EF4-FFF2-40B4-BE49-F238E27FC236}">
                <a16:creationId xmlns:a16="http://schemas.microsoft.com/office/drawing/2014/main" id="{4FA3B8DD-4DF5-49CA-B4B6-BA91250BBE47}"/>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B5DCE541-9507-4F93-A43B-06950D6BFA1A}"/>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43</a:t>
            </a:fld>
            <a:endParaRPr kumimoji="0" lang="en-US" dirty="0"/>
          </a:p>
        </p:txBody>
      </p:sp>
    </p:spTree>
    <p:extLst>
      <p:ext uri="{BB962C8B-B14F-4D97-AF65-F5344CB8AC3E}">
        <p14:creationId xmlns:p14="http://schemas.microsoft.com/office/powerpoint/2010/main" val="22552825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DE63C-DACC-4950-8E8E-A53548331361}"/>
              </a:ext>
            </a:extLst>
          </p:cNvPr>
          <p:cNvSpPr>
            <a:spLocks noGrp="1"/>
          </p:cNvSpPr>
          <p:nvPr>
            <p:ph type="title"/>
          </p:nvPr>
        </p:nvSpPr>
        <p:spPr/>
        <p:txBody>
          <a:bodyPr>
            <a:normAutofit/>
          </a:bodyPr>
          <a:lstStyle/>
          <a:p>
            <a:pPr algn="r" rtl="1"/>
            <a:r>
              <a:rPr lang="he-IL" dirty="0">
                <a:latin typeface="Arial"/>
                <a:cs typeface="Arial"/>
              </a:rPr>
              <a:t>בעיה: יצירת מופע של משתנה טיפוס עם פרמטרים</a:t>
            </a:r>
            <a:endParaRPr lang="he-IL" dirty="0"/>
          </a:p>
        </p:txBody>
      </p:sp>
      <p:sp>
        <p:nvSpPr>
          <p:cNvPr id="7" name="Date Placeholder 6">
            <a:extLst>
              <a:ext uri="{FF2B5EF4-FFF2-40B4-BE49-F238E27FC236}">
                <a16:creationId xmlns:a16="http://schemas.microsoft.com/office/drawing/2014/main" id="{C885CB67-4773-491F-B433-D1919779FA35}"/>
              </a:ext>
            </a:extLst>
          </p:cNvPr>
          <p:cNvSpPr>
            <a:spLocks noGrp="1"/>
          </p:cNvSpPr>
          <p:nvPr>
            <p:ph type="dt" sz="half" idx="10"/>
          </p:nvPr>
        </p:nvSpPr>
        <p:spPr/>
        <p:txBody>
          <a:bodyPr/>
          <a:lstStyle/>
          <a:p>
            <a:fld id="{58C00AD3-AB80-4724-B46D-43AB331B0679}" type="datetime8">
              <a:rPr lang="he-IL" smtClean="0"/>
              <a:t>19 אפריל 26</a:t>
            </a:fld>
            <a:endParaRPr lang="en-US" dirty="0"/>
          </a:p>
        </p:txBody>
      </p:sp>
      <p:sp>
        <p:nvSpPr>
          <p:cNvPr id="8" name="Footer Placeholder 7">
            <a:extLst>
              <a:ext uri="{FF2B5EF4-FFF2-40B4-BE49-F238E27FC236}">
                <a16:creationId xmlns:a16="http://schemas.microsoft.com/office/drawing/2014/main" id="{4FA3B8DD-4DF5-49CA-B4B6-BA91250BBE47}"/>
              </a:ext>
            </a:extLst>
          </p:cNvPr>
          <p:cNvSpPr>
            <a:spLocks noGrp="1"/>
          </p:cNvSpPr>
          <p:nvPr>
            <p:ph type="ftr" sz="quarter" idx="11"/>
          </p:nvPr>
        </p:nvSpPr>
        <p:spPr/>
        <p:txBody>
          <a:bodyPr/>
          <a:lstStyle/>
          <a:p>
            <a:r>
              <a:rPr lang="he-IL"/>
              <a:t>עיצוב ותִכנוּת מונחי עצמים להנדסה</a:t>
            </a:r>
            <a:endParaRPr lang="en-US"/>
          </a:p>
        </p:txBody>
      </p:sp>
      <p:sp>
        <p:nvSpPr>
          <p:cNvPr id="9" name="Slide Number Placeholder 8">
            <a:extLst>
              <a:ext uri="{FF2B5EF4-FFF2-40B4-BE49-F238E27FC236}">
                <a16:creationId xmlns:a16="http://schemas.microsoft.com/office/drawing/2014/main" id="{B5DCE541-9507-4F93-A43B-06950D6BFA1A}"/>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44</a:t>
            </a:fld>
            <a:endParaRPr kumimoji="0" lang="en-US" dirty="0"/>
          </a:p>
        </p:txBody>
      </p:sp>
      <p:sp>
        <p:nvSpPr>
          <p:cNvPr id="6" name="מציין מיקום תוכן 5">
            <a:extLst>
              <a:ext uri="{FF2B5EF4-FFF2-40B4-BE49-F238E27FC236}">
                <a16:creationId xmlns:a16="http://schemas.microsoft.com/office/drawing/2014/main" id="{9689218B-E87E-4B74-AF3E-03F4AB7ABF3A}"/>
              </a:ext>
            </a:extLst>
          </p:cNvPr>
          <p:cNvSpPr>
            <a:spLocks noGrp="1"/>
          </p:cNvSpPr>
          <p:nvPr>
            <p:ph sz="quarter" idx="1"/>
          </p:nvPr>
        </p:nvSpPr>
        <p:spPr/>
        <p:txBody>
          <a:bodyPr/>
          <a:lstStyle/>
          <a:p>
            <a:endParaRPr lang="he-IL"/>
          </a:p>
        </p:txBody>
      </p:sp>
      <p:pic>
        <p:nvPicPr>
          <p:cNvPr id="10" name="תמונה 9">
            <a:extLst>
              <a:ext uri="{FF2B5EF4-FFF2-40B4-BE49-F238E27FC236}">
                <a16:creationId xmlns:a16="http://schemas.microsoft.com/office/drawing/2014/main" id="{D81A2E05-055F-48E0-ADA8-3FF736CF1A04}"/>
              </a:ext>
            </a:extLst>
          </p:cNvPr>
          <p:cNvPicPr>
            <a:picLocks noChangeAspect="1"/>
          </p:cNvPicPr>
          <p:nvPr/>
        </p:nvPicPr>
        <p:blipFill>
          <a:blip r:embed="rId2"/>
          <a:stretch>
            <a:fillRect/>
          </a:stretch>
        </p:blipFill>
        <p:spPr>
          <a:xfrm>
            <a:off x="755576" y="1700808"/>
            <a:ext cx="7299635" cy="3168352"/>
          </a:xfrm>
          <a:prstGeom prst="rect">
            <a:avLst/>
          </a:prstGeom>
        </p:spPr>
      </p:pic>
    </p:spTree>
    <p:extLst>
      <p:ext uri="{BB962C8B-B14F-4D97-AF65-F5344CB8AC3E}">
        <p14:creationId xmlns:p14="http://schemas.microsoft.com/office/powerpoint/2010/main" val="168673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F92DA-EC24-439B-B1E4-0DBCD8521559}"/>
              </a:ext>
            </a:extLst>
          </p:cNvPr>
          <p:cNvSpPr>
            <a:spLocks noGrp="1"/>
          </p:cNvSpPr>
          <p:nvPr>
            <p:ph type="title"/>
          </p:nvPr>
        </p:nvSpPr>
        <p:spPr>
          <a:xfrm>
            <a:off x="251520" y="404664"/>
            <a:ext cx="8615516" cy="738336"/>
          </a:xfrm>
        </p:spPr>
        <p:txBody>
          <a:bodyPr/>
          <a:lstStyle/>
          <a:p>
            <a:pPr algn="r" rtl="1"/>
            <a:r>
              <a:rPr lang="he-IL" dirty="0">
                <a:latin typeface="Arial"/>
                <a:cs typeface="Arial"/>
              </a:rPr>
              <a:t>פתרון: המחלקה הגנרית Constructor &lt;T</a:t>
            </a:r>
            <a:r>
              <a:rPr lang="en-US" dirty="0">
                <a:latin typeface="Arial"/>
                <a:cs typeface="Arial"/>
              </a:rPr>
              <a:t>&gt;</a:t>
            </a:r>
            <a:r>
              <a:rPr lang="he-IL" dirty="0">
                <a:latin typeface="Arial"/>
                <a:cs typeface="Arial"/>
              </a:rPr>
              <a:t> </a:t>
            </a:r>
            <a:endParaRPr lang="he-IL" dirty="0"/>
          </a:p>
        </p:txBody>
      </p:sp>
      <p:sp>
        <p:nvSpPr>
          <p:cNvPr id="3" name="Content Placeholder 2">
            <a:extLst>
              <a:ext uri="{FF2B5EF4-FFF2-40B4-BE49-F238E27FC236}">
                <a16:creationId xmlns:a16="http://schemas.microsoft.com/office/drawing/2014/main" id="{8D8BA569-28F9-4B42-A00B-154C8BCD5796}"/>
              </a:ext>
            </a:extLst>
          </p:cNvPr>
          <p:cNvSpPr>
            <a:spLocks noGrp="1"/>
          </p:cNvSpPr>
          <p:nvPr>
            <p:ph idx="1"/>
          </p:nvPr>
        </p:nvSpPr>
        <p:spPr>
          <a:xfrm>
            <a:off x="29499" y="1981200"/>
            <a:ext cx="9812594" cy="4114800"/>
          </a:xfrm>
        </p:spPr>
        <p:txBody>
          <a:bodyPr>
            <a:normAutofit fontScale="92500" lnSpcReduction="20000"/>
          </a:bodyPr>
          <a:lstStyle/>
          <a:p>
            <a:pPr marL="0" indent="0">
              <a:buNone/>
            </a:pPr>
            <a:r>
              <a:rPr lang="en-US" sz="2000" dirty="0">
                <a:solidFill>
                  <a:srgbClr val="000000"/>
                </a:solidFill>
                <a:latin typeface="Consolas" panose="020B0609020204030204" pitchFamily="49" charset="0"/>
              </a:rPr>
              <a:t>Vehicle </a:t>
            </a:r>
            <a:r>
              <a:rPr lang="en-US" sz="2000" dirty="0" err="1">
                <a:solidFill>
                  <a:srgbClr val="000000"/>
                </a:solidFill>
                <a:latin typeface="Consolas" panose="020B0609020204030204" pitchFamily="49" charset="0"/>
              </a:rPr>
              <a:t>getNewVehicle</a:t>
            </a:r>
            <a:r>
              <a:rPr lang="en-US" sz="2000" dirty="0">
                <a:solidFill>
                  <a:srgbClr val="000000"/>
                </a:solidFill>
                <a:latin typeface="Consolas" panose="020B0609020204030204" pitchFamily="49" charset="0"/>
              </a:rPr>
              <a:t>(Class&lt;? </a:t>
            </a:r>
            <a:r>
              <a:rPr lang="en-US" sz="2000" b="1" dirty="0">
                <a:solidFill>
                  <a:srgbClr val="7F0055"/>
                </a:solidFill>
                <a:latin typeface="Consolas" panose="020B0609020204030204" pitchFamily="49" charset="0"/>
              </a:rPr>
              <a:t>extends</a:t>
            </a:r>
            <a:r>
              <a:rPr lang="en-US" sz="2000" b="1" dirty="0">
                <a:solidFill>
                  <a:srgbClr val="000000"/>
                </a:solidFill>
                <a:latin typeface="Consolas" panose="020B0609020204030204" pitchFamily="49" charset="0"/>
              </a:rPr>
              <a:t> Vehicle&gt; </a:t>
            </a:r>
            <a:r>
              <a:rPr lang="en-US" sz="2000" b="1" dirty="0" err="1">
                <a:solidFill>
                  <a:srgbClr val="6A3E3E"/>
                </a:solidFill>
                <a:latin typeface="Consolas" panose="020B0609020204030204" pitchFamily="49" charset="0"/>
              </a:rPr>
              <a:t>vehicleC</a:t>
            </a:r>
            <a:r>
              <a:rPr lang="en-US" sz="2000" b="1" dirty="0">
                <a:solidFill>
                  <a:srgbClr val="000000"/>
                </a:solidFill>
                <a:latin typeface="Consolas" panose="020B0609020204030204" pitchFamily="49" charset="0"/>
              </a:rPr>
              <a:t>,               			  Engine </a:t>
            </a:r>
            <a:r>
              <a:rPr lang="en-US" sz="2000" b="1" dirty="0">
                <a:solidFill>
                  <a:srgbClr val="6A3E3E"/>
                </a:solidFill>
                <a:latin typeface="Consolas" panose="020B0609020204030204" pitchFamily="49" charset="0"/>
              </a:rPr>
              <a:t>engine</a:t>
            </a:r>
            <a:r>
              <a:rPr lang="en-US" sz="2000" b="1" dirty="0">
                <a:solidFill>
                  <a:srgbClr val="000000"/>
                </a:solidFill>
                <a:latin typeface="Consolas" panose="020B0609020204030204" pitchFamily="49" charset="0"/>
              </a:rPr>
              <a:t>) {</a:t>
            </a:r>
          </a:p>
          <a:p>
            <a:pPr marL="0" indent="0">
              <a:buNone/>
            </a:pPr>
            <a:r>
              <a:rPr lang="en-US" sz="2000" b="1" dirty="0">
                <a:solidFill>
                  <a:srgbClr val="7F0055"/>
                </a:solidFill>
                <a:latin typeface="Consolas" panose="020B0609020204030204" pitchFamily="49" charset="0"/>
              </a:rPr>
              <a:t>	try</a:t>
            </a:r>
            <a:r>
              <a:rPr lang="en-US" sz="2000" b="1" dirty="0">
                <a:solidFill>
                  <a:srgbClr val="000000"/>
                </a:solidFill>
                <a:latin typeface="Consolas" panose="020B0609020204030204" pitchFamily="49" charset="0"/>
              </a:rPr>
              <a:t> {</a:t>
            </a:r>
          </a:p>
          <a:p>
            <a:pPr marL="0" indent="0">
              <a:buNone/>
            </a:pPr>
            <a:r>
              <a:rPr lang="en-US" sz="2000" b="1" dirty="0">
                <a:solidFill>
                  <a:srgbClr val="7F0055"/>
                </a:solidFill>
                <a:latin typeface="Consolas" panose="020B0609020204030204" pitchFamily="49" charset="0"/>
              </a:rPr>
              <a:t>	   return</a:t>
            </a:r>
            <a:r>
              <a:rPr lang="en-US" sz="2000" b="1" dirty="0">
                <a:solidFill>
                  <a:srgbClr val="000000"/>
                </a:solidFill>
                <a:latin typeface="Consolas" panose="020B0609020204030204" pitchFamily="49" charset="0"/>
              </a:rPr>
              <a:t> </a:t>
            </a:r>
            <a:r>
              <a:rPr lang="en-US" sz="2000" b="1" dirty="0" err="1">
                <a:solidFill>
                  <a:srgbClr val="6A3E3E"/>
                </a:solidFill>
                <a:latin typeface="Consolas" panose="020B0609020204030204" pitchFamily="49" charset="0"/>
              </a:rPr>
              <a:t>vehicleC</a:t>
            </a:r>
            <a:r>
              <a:rPr lang="en-US" sz="2000" b="1" dirty="0" err="1">
                <a:solidFill>
                  <a:srgbClr val="000000"/>
                </a:solidFill>
                <a:latin typeface="Consolas" panose="020B0609020204030204" pitchFamily="49" charset="0"/>
              </a:rPr>
              <a:t>.getDeclaredConstructor</a:t>
            </a:r>
            <a:r>
              <a:rPr lang="en-US" sz="2000" b="1" dirty="0">
                <a:solidFill>
                  <a:srgbClr val="000000"/>
                </a:solidFill>
                <a:latin typeface="Consolas" panose="020B0609020204030204" pitchFamily="49" charset="0"/>
              </a:rPr>
              <a:t>(</a:t>
            </a:r>
            <a:r>
              <a:rPr lang="en-US" sz="2000" b="1" dirty="0" err="1">
                <a:solidFill>
                  <a:srgbClr val="000000"/>
                </a:solidFill>
                <a:latin typeface="Consolas" panose="020B0609020204030204" pitchFamily="49" charset="0"/>
              </a:rPr>
              <a:t>Engine.</a:t>
            </a:r>
            <a:r>
              <a:rPr lang="en-US" sz="2000" b="1" dirty="0" err="1">
                <a:solidFill>
                  <a:srgbClr val="7F0055"/>
                </a:solidFill>
                <a:latin typeface="Consolas" panose="020B0609020204030204" pitchFamily="49" charset="0"/>
              </a:rPr>
              <a:t>class</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newInstance</a:t>
            </a:r>
            <a:r>
              <a:rPr lang="en-US" sz="2000" b="1" dirty="0">
                <a:solidFill>
                  <a:srgbClr val="000000"/>
                </a:solidFill>
                <a:latin typeface="Consolas" panose="020B0609020204030204" pitchFamily="49" charset="0"/>
              </a:rPr>
              <a:t>(</a:t>
            </a:r>
            <a:r>
              <a:rPr lang="en-US" sz="2000" b="1" dirty="0">
                <a:solidFill>
                  <a:srgbClr val="6A3E3E"/>
                </a:solidFill>
                <a:latin typeface="Consolas" panose="020B0609020204030204" pitchFamily="49" charset="0"/>
              </a:rPr>
              <a:t>engine</a:t>
            </a:r>
            <a:r>
              <a:rPr lang="en-US" sz="2000" b="1" dirty="0">
                <a:solidFill>
                  <a:srgbClr val="000000"/>
                </a:solidFill>
                <a:latin typeface="Consolas" panose="020B0609020204030204" pitchFamily="49" charset="0"/>
              </a:rPr>
              <a:t>);</a:t>
            </a:r>
          </a:p>
          <a:p>
            <a:pPr marL="0" indent="0">
              <a:buNone/>
            </a:pPr>
            <a:r>
              <a:rPr lang="en-US" sz="2000" dirty="0">
                <a:solidFill>
                  <a:srgbClr val="000000"/>
                </a:solidFill>
                <a:latin typeface="Consolas" panose="020B0609020204030204" pitchFamily="49" charset="0"/>
              </a:rPr>
              <a:t>	} </a:t>
            </a:r>
            <a:r>
              <a:rPr lang="en-US" sz="2000" b="1" dirty="0">
                <a:solidFill>
                  <a:srgbClr val="7F0055"/>
                </a:solidFill>
                <a:latin typeface="Consolas" panose="020B0609020204030204" pitchFamily="49" charset="0"/>
              </a:rPr>
              <a:t>catch</a:t>
            </a:r>
            <a:r>
              <a:rPr lang="en-US" sz="2000" b="1" dirty="0">
                <a:solidFill>
                  <a:srgbClr val="000000"/>
                </a:solidFill>
                <a:latin typeface="Consolas" panose="020B0609020204030204" pitchFamily="49" charset="0"/>
              </a:rPr>
              <a:t> (Exception </a:t>
            </a:r>
            <a:r>
              <a:rPr lang="en-US" sz="2000" b="1" dirty="0">
                <a:solidFill>
                  <a:srgbClr val="6A3E3E"/>
                </a:solidFill>
                <a:latin typeface="Consolas" panose="020B0609020204030204" pitchFamily="49" charset="0"/>
              </a:rPr>
              <a:t>e</a:t>
            </a:r>
            <a:r>
              <a:rPr lang="en-US" sz="2000" b="1" dirty="0">
                <a:solidFill>
                  <a:srgbClr val="000000"/>
                </a:solidFill>
                <a:latin typeface="Consolas" panose="020B0609020204030204" pitchFamily="49" charset="0"/>
              </a:rPr>
              <a:t>) {</a:t>
            </a:r>
          </a:p>
          <a:p>
            <a:pPr marL="0" indent="0">
              <a:buNone/>
            </a:pPr>
            <a:r>
              <a:rPr lang="en-US" sz="2000" b="1" dirty="0">
                <a:solidFill>
                  <a:srgbClr val="7F0055"/>
                </a:solidFill>
                <a:latin typeface="Consolas" panose="020B0609020204030204" pitchFamily="49" charset="0"/>
              </a:rPr>
              <a:t>	   return</a:t>
            </a:r>
            <a:r>
              <a:rPr lang="en-US" sz="2000" b="1" dirty="0">
                <a:solidFill>
                  <a:srgbClr val="000000"/>
                </a:solidFill>
                <a:latin typeface="Consolas" panose="020B0609020204030204" pitchFamily="49" charset="0"/>
              </a:rPr>
              <a:t> </a:t>
            </a:r>
            <a:r>
              <a:rPr lang="en-US" sz="2000" b="1" dirty="0">
                <a:solidFill>
                  <a:srgbClr val="7F0055"/>
                </a:solidFill>
                <a:latin typeface="Consolas" panose="020B0609020204030204" pitchFamily="49" charset="0"/>
              </a:rPr>
              <a:t>null</a:t>
            </a:r>
            <a:r>
              <a:rPr lang="en-US" sz="2000" b="1" dirty="0">
                <a:solidFill>
                  <a:srgbClr val="000000"/>
                </a:solidFill>
                <a:latin typeface="Consolas" panose="020B0609020204030204" pitchFamily="49" charset="0"/>
              </a:rPr>
              <a:t>;</a:t>
            </a:r>
          </a:p>
          <a:p>
            <a:pPr marL="0" indent="0">
              <a:buNone/>
            </a:pPr>
            <a:r>
              <a:rPr lang="en-US" sz="2000" b="1" dirty="0">
                <a:solidFill>
                  <a:srgbClr val="000000"/>
                </a:solidFill>
                <a:latin typeface="Consolas" panose="020B0609020204030204" pitchFamily="49" charset="0"/>
              </a:rPr>
              <a:t>	}</a:t>
            </a:r>
          </a:p>
          <a:p>
            <a:pPr marL="0" indent="0">
              <a:buNone/>
            </a:pPr>
            <a:r>
              <a:rPr lang="en-US" sz="2000" b="1" dirty="0">
                <a:solidFill>
                  <a:srgbClr val="000000"/>
                </a:solidFill>
                <a:latin typeface="Consolas" panose="020B0609020204030204" pitchFamily="49" charset="0"/>
              </a:rPr>
              <a:t>}</a:t>
            </a:r>
          </a:p>
        </p:txBody>
      </p:sp>
      <p:sp>
        <p:nvSpPr>
          <p:cNvPr id="7" name="Date Placeholder 6">
            <a:extLst>
              <a:ext uri="{FF2B5EF4-FFF2-40B4-BE49-F238E27FC236}">
                <a16:creationId xmlns:a16="http://schemas.microsoft.com/office/drawing/2014/main" id="{135C306C-EB78-41FB-B534-70C22006CA80}"/>
              </a:ext>
            </a:extLst>
          </p:cNvPr>
          <p:cNvSpPr>
            <a:spLocks noGrp="1"/>
          </p:cNvSpPr>
          <p:nvPr>
            <p:ph type="dt" sz="half" idx="10"/>
          </p:nvPr>
        </p:nvSpPr>
        <p:spPr/>
        <p:txBody>
          <a:bodyPr/>
          <a:lstStyle/>
          <a:p>
            <a:fld id="{0FCE8E98-1CD0-4FFE-B9DB-3E3B22302052}" type="datetime8">
              <a:rPr lang="he-IL" smtClean="0"/>
              <a:t>19 אפריל 26</a:t>
            </a:fld>
            <a:endParaRPr lang="en-US" dirty="0"/>
          </a:p>
        </p:txBody>
      </p:sp>
      <p:sp>
        <p:nvSpPr>
          <p:cNvPr id="8" name="Footer Placeholder 7">
            <a:extLst>
              <a:ext uri="{FF2B5EF4-FFF2-40B4-BE49-F238E27FC236}">
                <a16:creationId xmlns:a16="http://schemas.microsoft.com/office/drawing/2014/main" id="{650A6315-4842-4459-8F7B-22209BD2A4E3}"/>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BA71316B-8EBE-4FAA-ACB1-55F84DB2DFAA}"/>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45</a:t>
            </a:fld>
            <a:endParaRPr kumimoji="0" lang="en-US" dirty="0"/>
          </a:p>
        </p:txBody>
      </p:sp>
    </p:spTree>
    <p:extLst>
      <p:ext uri="{BB962C8B-B14F-4D97-AF65-F5344CB8AC3E}">
        <p14:creationId xmlns:p14="http://schemas.microsoft.com/office/powerpoint/2010/main" val="18067177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5CDB8-E268-45C0-81E5-5B6F08C547C0}"/>
              </a:ext>
            </a:extLst>
          </p:cNvPr>
          <p:cNvSpPr>
            <a:spLocks noGrp="1"/>
          </p:cNvSpPr>
          <p:nvPr>
            <p:ph type="title"/>
          </p:nvPr>
        </p:nvSpPr>
        <p:spPr/>
        <p:txBody>
          <a:bodyPr/>
          <a:lstStyle/>
          <a:p>
            <a:pPr algn="r" rtl="1"/>
            <a:r>
              <a:rPr lang="he-IL" dirty="0">
                <a:latin typeface="Arial"/>
                <a:cs typeface="Arial"/>
              </a:rPr>
              <a:t>המחלקה הגנרית </a:t>
            </a:r>
            <a:r>
              <a:rPr lang="en-US" dirty="0">
                <a:latin typeface="Arial"/>
                <a:cs typeface="Arial"/>
              </a:rPr>
              <a:t>Function&lt;T,R&gt;</a:t>
            </a:r>
            <a:endParaRPr lang="he-IL" dirty="0"/>
          </a:p>
        </p:txBody>
      </p:sp>
      <p:sp>
        <p:nvSpPr>
          <p:cNvPr id="3" name="Content Placeholder 2">
            <a:extLst>
              <a:ext uri="{FF2B5EF4-FFF2-40B4-BE49-F238E27FC236}">
                <a16:creationId xmlns:a16="http://schemas.microsoft.com/office/drawing/2014/main" id="{089FF392-98F0-46E6-9BCF-640DCE51986D}"/>
              </a:ext>
            </a:extLst>
          </p:cNvPr>
          <p:cNvSpPr>
            <a:spLocks noGrp="1"/>
          </p:cNvSpPr>
          <p:nvPr>
            <p:ph idx="1"/>
          </p:nvPr>
        </p:nvSpPr>
        <p:spPr>
          <a:xfrm>
            <a:off x="251520" y="1484784"/>
            <a:ext cx="8784976" cy="4114800"/>
          </a:xfrm>
        </p:spPr>
        <p:txBody>
          <a:bodyPr>
            <a:normAutofit/>
          </a:bodyPr>
          <a:lstStyle/>
          <a:p>
            <a:pPr marL="0" indent="0">
              <a:buNone/>
            </a:pPr>
            <a:r>
              <a:rPr lang="fr-FR" dirty="0"/>
              <a:t>R </a:t>
            </a:r>
            <a:r>
              <a:rPr lang="fr-FR" dirty="0" err="1"/>
              <a:t>applyFunctionToT</a:t>
            </a:r>
            <a:r>
              <a:rPr lang="fr-FR" dirty="0"/>
              <a:t>(T </a:t>
            </a:r>
            <a:r>
              <a:rPr lang="fr-FR" dirty="0" err="1"/>
              <a:t>t</a:t>
            </a:r>
            <a:r>
              <a:rPr lang="fr-FR" dirty="0"/>
              <a:t>, </a:t>
            </a:r>
            <a:r>
              <a:rPr lang="fr-FR" dirty="0" err="1"/>
              <a:t>Function</a:t>
            </a:r>
            <a:r>
              <a:rPr lang="fr-FR" dirty="0"/>
              <a:t>&lt;T, R&gt; f) {</a:t>
            </a:r>
          </a:p>
          <a:p>
            <a:pPr marL="0" indent="0">
              <a:buNone/>
            </a:pPr>
            <a:r>
              <a:rPr lang="en-US" b="1" dirty="0"/>
              <a:t>	return </a:t>
            </a:r>
            <a:r>
              <a:rPr lang="en-US" b="1" dirty="0" err="1"/>
              <a:t>f.apply</a:t>
            </a:r>
            <a:r>
              <a:rPr lang="en-US" b="1" dirty="0"/>
              <a:t>(t);</a:t>
            </a:r>
          </a:p>
          <a:p>
            <a:pPr marL="0" indent="0">
              <a:buNone/>
            </a:pPr>
            <a:r>
              <a:rPr lang="en-US" dirty="0"/>
              <a:t>}</a:t>
            </a:r>
            <a:endParaRPr lang="he-IL" dirty="0"/>
          </a:p>
          <a:p>
            <a:pPr algn="r" rtl="1">
              <a:buFont typeface="Wingdings 3" panose="05040102010807070707" pitchFamily="18" charset="2"/>
              <a:buChar char=""/>
            </a:pPr>
            <a:r>
              <a:rPr lang="he-IL" dirty="0">
                <a:latin typeface="Arial"/>
                <a:cs typeface="Arial"/>
              </a:rPr>
              <a:t>ה-API של Function&lt;T,R</a:t>
            </a:r>
            <a:r>
              <a:rPr lang="en-US" dirty="0">
                <a:latin typeface="Arial"/>
                <a:cs typeface="Arial"/>
              </a:rPr>
              <a:t>&gt;</a:t>
            </a:r>
            <a:r>
              <a:rPr lang="he-IL" dirty="0">
                <a:latin typeface="Arial"/>
                <a:cs typeface="Arial"/>
              </a:rPr>
              <a:t> כולל:</a:t>
            </a:r>
          </a:p>
          <a:p>
            <a:pPr lvl="1" algn="r" rtl="1">
              <a:buFont typeface="Wingdings 3" panose="05040102010807070707" pitchFamily="18" charset="2"/>
              <a:buChar char=""/>
            </a:pPr>
            <a:r>
              <a:rPr lang="he-IL" dirty="0">
                <a:latin typeface="Arial"/>
                <a:cs typeface="Arial"/>
              </a:rPr>
              <a:t>apply: מפעיל את הפונקציה על פרמטר מסוג T. מחזיר אובייקט מסוג R.</a:t>
            </a:r>
          </a:p>
          <a:p>
            <a:pPr lvl="1" algn="r" rtl="1">
              <a:buFont typeface="Wingdings 3" panose="05040102010807070707" pitchFamily="18" charset="2"/>
              <a:buChar char=""/>
            </a:pPr>
            <a:r>
              <a:rPr lang="he-IL" dirty="0">
                <a:latin typeface="Arial"/>
                <a:cs typeface="Arial"/>
              </a:rPr>
              <a:t>compose(Function&lt;? super V,? extends T&gt; before): מרכיב את הפונקציה על פונקציה נוספת. מחזיר את הפונקציה המורכבת.</a:t>
            </a:r>
            <a:endParaRPr lang="he-IL" dirty="0"/>
          </a:p>
        </p:txBody>
      </p:sp>
      <p:sp>
        <p:nvSpPr>
          <p:cNvPr id="7" name="Date Placeholder 6">
            <a:extLst>
              <a:ext uri="{FF2B5EF4-FFF2-40B4-BE49-F238E27FC236}">
                <a16:creationId xmlns:a16="http://schemas.microsoft.com/office/drawing/2014/main" id="{791AF887-C4A0-46FF-966E-3FF417178BA2}"/>
              </a:ext>
            </a:extLst>
          </p:cNvPr>
          <p:cNvSpPr>
            <a:spLocks noGrp="1"/>
          </p:cNvSpPr>
          <p:nvPr>
            <p:ph type="dt" sz="half" idx="10"/>
          </p:nvPr>
        </p:nvSpPr>
        <p:spPr/>
        <p:txBody>
          <a:bodyPr/>
          <a:lstStyle/>
          <a:p>
            <a:fld id="{FDF99B95-9D2D-49AE-BBA2-00A40EB06DE5}" type="datetime8">
              <a:rPr lang="he-IL" smtClean="0"/>
              <a:t>19 אפריל 26</a:t>
            </a:fld>
            <a:endParaRPr lang="en-US" dirty="0"/>
          </a:p>
        </p:txBody>
      </p:sp>
      <p:sp>
        <p:nvSpPr>
          <p:cNvPr id="8" name="Footer Placeholder 7">
            <a:extLst>
              <a:ext uri="{FF2B5EF4-FFF2-40B4-BE49-F238E27FC236}">
                <a16:creationId xmlns:a16="http://schemas.microsoft.com/office/drawing/2014/main" id="{1ED2055A-4D06-42E3-89E0-33A28C6ED454}"/>
              </a:ext>
            </a:extLst>
          </p:cNvPr>
          <p:cNvSpPr>
            <a:spLocks noGrp="1"/>
          </p:cNvSpPr>
          <p:nvPr>
            <p:ph type="ftr" sz="quarter" idx="11"/>
          </p:nvPr>
        </p:nvSpPr>
        <p:spPr/>
        <p:txBody>
          <a:bodyPr/>
          <a:lstStyle/>
          <a:p>
            <a:r>
              <a:rPr lang="he-IL"/>
              <a:t>עיצוב ותכנות מונחה עצמים מתקדם</a:t>
            </a:r>
            <a:endParaRPr lang="en-US"/>
          </a:p>
        </p:txBody>
      </p:sp>
      <p:sp>
        <p:nvSpPr>
          <p:cNvPr id="9" name="Slide Number Placeholder 8">
            <a:extLst>
              <a:ext uri="{FF2B5EF4-FFF2-40B4-BE49-F238E27FC236}">
                <a16:creationId xmlns:a16="http://schemas.microsoft.com/office/drawing/2014/main" id="{BC077ACE-30D3-4E7D-AAE7-5423BA3612DC}"/>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46</a:t>
            </a:fld>
            <a:endParaRPr kumimoji="0" lang="en-US" dirty="0"/>
          </a:p>
        </p:txBody>
      </p:sp>
    </p:spTree>
    <p:extLst>
      <p:ext uri="{BB962C8B-B14F-4D97-AF65-F5344CB8AC3E}">
        <p14:creationId xmlns:p14="http://schemas.microsoft.com/office/powerpoint/2010/main" val="1133052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מחון לב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מקור">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מקור">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מחון לב 2</Template>
  <TotalTime>17906</TotalTime>
  <Words>2897</Words>
  <Application>Microsoft Office PowerPoint</Application>
  <PresentationFormat>On-screen Show (4:3)</PresentationFormat>
  <Paragraphs>565</Paragraphs>
  <Slides>46</Slides>
  <Notes>6</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46</vt:i4>
      </vt:variant>
    </vt:vector>
  </HeadingPairs>
  <TitlesOfParts>
    <vt:vector size="59" baseType="lpstr">
      <vt:lpstr>Calibri</vt:lpstr>
      <vt:lpstr>Cascadia Mono</vt:lpstr>
      <vt:lpstr>Wingdings 3</vt:lpstr>
      <vt:lpstr>Gill Sans MT</vt:lpstr>
      <vt:lpstr>Arial</vt:lpstr>
      <vt:lpstr>Courier New</vt:lpstr>
      <vt:lpstr>Consolas</vt:lpstr>
      <vt:lpstr>Tahoma</vt:lpstr>
      <vt:lpstr>Times New Roman</vt:lpstr>
      <vt:lpstr>David</vt:lpstr>
      <vt:lpstr>Bookman Old Style</vt:lpstr>
      <vt:lpstr>Wingdings</vt:lpstr>
      <vt:lpstr>מחון לב 2</vt:lpstr>
      <vt:lpstr>עיצוב ותִכנוּת מונחי עצמים להנדסה מספר קורס: 157109 </vt:lpstr>
      <vt:lpstr>נושאים</vt:lpstr>
      <vt:lpstr>אוספים</vt:lpstr>
      <vt:lpstr>מבוא</vt:lpstr>
      <vt:lpstr>חשיבותם של אוספים</vt:lpstr>
      <vt:lpstr>חשיבותם של אוספים </vt:lpstr>
      <vt:lpstr>מערכים</vt:lpstr>
      <vt:lpstr>Collections Framework </vt:lpstr>
      <vt:lpstr>מרכיבי Collections Framework </vt:lpstr>
      <vt:lpstr>Collections framework hierarchy</vt:lpstr>
      <vt:lpstr>חשיבותה של ספריית Collections</vt:lpstr>
      <vt:lpstr>Generics</vt:lpstr>
      <vt:lpstr>מבוא ל-Generics</vt:lpstr>
      <vt:lpstr>ניסיון ראשון</vt:lpstr>
      <vt:lpstr>ניסיון שני</vt:lpstr>
      <vt:lpstr>מהו API גנרי?</vt:lpstr>
      <vt:lpstr>מה ניתן לעשות עם פרמטר טיפוס?</vt:lpstr>
      <vt:lpstr>מופעים של מחלקות גנריות</vt:lpstr>
      <vt:lpstr>דוגמא נוספת: רשימה מקושרת של Doubles </vt:lpstr>
      <vt:lpstr>מופעים של מחלקות גנריות</vt:lpstr>
      <vt:lpstr>ייצוג של מחלקה גנרית בתרשים מחלקות</vt:lpstr>
      <vt:lpstr>כתיבת מחלקה גנרית חדשה</vt:lpstr>
      <vt:lpstr>Generics חסומים</vt:lpstr>
      <vt:lpstr>הגדרת מחלקה המממשת ממשק גנרי חסום</vt:lpstr>
      <vt:lpstr>שימוש בהגבלות מרובות</vt:lpstr>
      <vt:lpstr>השמה והוספה לאוסף גנרי</vt:lpstr>
      <vt:lpstr>מה יקרה אילו...</vt:lpstr>
      <vt:lpstr>Producer or consumer?</vt:lpstr>
      <vt:lpstr>שימוש בג'וקר "?" וכלל PECS</vt:lpstr>
      <vt:lpstr>PE (producer extends)</vt:lpstr>
      <vt:lpstr>CS (consumer super)</vt:lpstr>
      <vt:lpstr>Type erasure</vt:lpstr>
      <vt:lpstr>type erasure - דוגמא</vt:lpstr>
      <vt:lpstr>מחיקה (Erasure) של טיפוס חסום</vt:lpstr>
      <vt:lpstr>ארגומנט-טיפוס אינו יכול להיות פרימיטיבי</vt:lpstr>
      <vt:lpstr>הרחבה של מחלקות גנריות </vt:lpstr>
      <vt:lpstr>פרמטר-טיפוס בכל מקום</vt:lpstr>
      <vt:lpstr>המחלקות הגנריות מחלקה (Class), בנאי (Constructor) ופונקציה (Function)</vt:lpstr>
      <vt:lpstr>רקע: השלכות של Type Erasure</vt:lpstr>
      <vt:lpstr>בעיה: יצירת מופע של משתנה טיפוס</vt:lpstr>
      <vt:lpstr>פתרון: המחלקה הגנרית Class &lt;T&gt;</vt:lpstr>
      <vt:lpstr>ה API של מחלקת Class</vt:lpstr>
      <vt:lpstr>בעיה: יצירת מופע של משתנה טיפוס עם פרמטרים</vt:lpstr>
      <vt:lpstr>בעיה: יצירת מופע של משתנה טיפוס עם פרמטרים</vt:lpstr>
      <vt:lpstr>פתרון: המחלקה הגנרית Constructor &lt;T&gt; </vt:lpstr>
      <vt:lpstr>המחלקה הגנרית Function&lt;T,R&gt;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ניתוח מערכות ממוחשבות</dc:title>
  <dc:creator>cherniak</dc:creator>
  <cp:lastModifiedBy>שחר גולן</cp:lastModifiedBy>
  <cp:revision>297</cp:revision>
  <cp:lastPrinted>2016-11-16T21:16:52Z</cp:lastPrinted>
  <dcterms:created xsi:type="dcterms:W3CDTF">2015-02-15T18:04:03Z</dcterms:created>
  <dcterms:modified xsi:type="dcterms:W3CDTF">2026-04-19T07:23:51Z</dcterms:modified>
</cp:coreProperties>
</file>